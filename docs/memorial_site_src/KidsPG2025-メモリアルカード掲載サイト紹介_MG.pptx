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0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テンプレート" id="{E6A78F24-5844-47E7-AC0E-5320D7FFF985}">
          <p14:sldIdLst>
            <p14:sldId id="310"/>
          </p14:sldIdLst>
        </p14:section>
        <p14:section name="サンプルパーツ" id="{84DA6057-1756-441E-8218-5B420A33A89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野島　萌子" initials="野島" lastIdx="5" clrIdx="0">
    <p:extLst>
      <p:ext uri="{19B8F6BF-5375-455C-9EA6-DF929625EA0E}">
        <p15:presenceInfo xmlns:p15="http://schemas.microsoft.com/office/powerpoint/2012/main" userId="野島　萌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806C"/>
    <a:srgbClr val="D9D8E4"/>
    <a:srgbClr val="C8563A"/>
    <a:srgbClr val="CA806F"/>
    <a:srgbClr val="CC6148"/>
    <a:srgbClr val="A5C90B"/>
    <a:srgbClr val="D67F70"/>
    <a:srgbClr val="D17059"/>
    <a:srgbClr val="CD6148"/>
    <a:srgbClr val="EE87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476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508"/>
    </p:cViewPr>
  </p:sorterViewPr>
  <p:notesViewPr>
    <p:cSldViewPr snapToGrid="0" showGuides="1">
      <p:cViewPr varScale="1">
        <p:scale>
          <a:sx n="122" d="100"/>
          <a:sy n="122" d="100"/>
        </p:scale>
        <p:origin x="389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A9D6-6237-4E78-B890-7909454AB9A8}" type="datetimeFigureOut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2FDAE-8580-4EF7-99D1-26316CB3D4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706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ンプレート">
    <p:bg>
      <p:bgPr>
        <a:solidFill>
          <a:srgbClr val="C85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Name">
            <a:extLst>
              <a:ext uri="{FF2B5EF4-FFF2-40B4-BE49-F238E27FC236}">
                <a16:creationId xmlns:a16="http://schemas.microsoft.com/office/drawing/2014/main" id="{6497B517-1C18-4B25-B97F-869CD9014D7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474047" y="6177099"/>
            <a:ext cx="3115374" cy="252000"/>
          </a:xfrm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氏名</a:t>
            </a:r>
          </a:p>
        </p:txBody>
      </p:sp>
      <p:sp>
        <p:nvSpPr>
          <p:cNvPr id="67" name="Belong">
            <a:extLst>
              <a:ext uri="{FF2B5EF4-FFF2-40B4-BE49-F238E27FC236}">
                <a16:creationId xmlns:a16="http://schemas.microsoft.com/office/drawing/2014/main" id="{CA0A5F3C-56A8-4122-A2DA-791FC522585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474047" y="5896523"/>
            <a:ext cx="3115374" cy="252000"/>
          </a:xfrm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担当部署</a:t>
            </a:r>
            <a:r>
              <a:rPr kumimoji="1" lang="en-US" altLang="ja-JP" dirty="0"/>
              <a:t>/</a:t>
            </a:r>
            <a:r>
              <a:rPr kumimoji="1" lang="ja-JP" altLang="en-US" dirty="0"/>
              <a:t>所属</a:t>
            </a:r>
          </a:p>
        </p:txBody>
      </p:sp>
      <p:sp>
        <p:nvSpPr>
          <p:cNvPr id="71" name="Date">
            <a:extLst>
              <a:ext uri="{FF2B5EF4-FFF2-40B4-BE49-F238E27FC236}">
                <a16:creationId xmlns:a16="http://schemas.microsoft.com/office/drawing/2014/main" id="{ED782C57-4172-4869-9D8E-F4BB8919B777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24714" y="4311412"/>
            <a:ext cx="277098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fld id="{06CAC833-2069-4909-9AAC-8AE9FF4A98BF}" type="datetime1">
              <a:rPr lang="ja-JP" altLang="en-US" smtClean="0"/>
              <a:pPr/>
              <a:t>2025/8/22</a:t>
            </a:fld>
            <a:endParaRPr lang="ja-JP" alt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1F69551-FA41-4207-B9A6-9172AA72F66C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24714" y="2766219"/>
            <a:ext cx="4677800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Presentation</a:t>
            </a:r>
            <a:br>
              <a:rPr kumimoji="1" lang="en-US" altLang="ja-JP" dirty="0"/>
            </a:br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17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234426" y="6335001"/>
            <a:ext cx="2184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200" dirty="0">
                <a:solidFill>
                  <a:schemeClr val="bg1"/>
                </a:solidFill>
              </a:rPr>
              <a:t>@2024 MEISTER GUILD inc.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331" y="5609215"/>
            <a:ext cx="710390" cy="217087"/>
          </a:xfrm>
          <a:prstGeom prst="rect">
            <a:avLst/>
          </a:prstGeom>
        </p:spPr>
      </p:pic>
      <p:sp>
        <p:nvSpPr>
          <p:cNvPr id="5" name="Page　number">
            <a:extLst>
              <a:ext uri="{FF2B5EF4-FFF2-40B4-BE49-F238E27FC236}">
                <a16:creationId xmlns:a16="http://schemas.microsoft.com/office/drawing/2014/main" id="{1DAA8EF4-2ABD-30D9-064A-8FD6A9C36B48}"/>
              </a:ext>
            </a:extLst>
          </p:cNvPr>
          <p:cNvSpPr txBox="1">
            <a:spLocks/>
          </p:cNvSpPr>
          <p:nvPr userDrawn="1"/>
        </p:nvSpPr>
        <p:spPr>
          <a:xfrm>
            <a:off x="8884939" y="5615947"/>
            <a:ext cx="2798757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kumimoji="1" lang="ja-JP" altLang="en-US" b="1" dirty="0">
                <a:solidFill>
                  <a:schemeClr val="bg1"/>
                </a:solidFill>
              </a:rPr>
              <a:t>株式会社 マイスター・ギルド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3BF429A-EE86-3B7A-3E80-8152770A7817}"/>
              </a:ext>
            </a:extLst>
          </p:cNvPr>
          <p:cNvGrpSpPr/>
          <p:nvPr userDrawn="1"/>
        </p:nvGrpSpPr>
        <p:grpSpPr>
          <a:xfrm>
            <a:off x="6039050" y="-504825"/>
            <a:ext cx="5358372" cy="7800975"/>
            <a:chOff x="6158621" y="-504825"/>
            <a:chExt cx="5428160" cy="7902575"/>
          </a:xfrm>
        </p:grpSpPr>
        <p:grpSp>
          <p:nvGrpSpPr>
            <p:cNvPr id="65" name="White">
              <a:extLst>
                <a:ext uri="{FF2B5EF4-FFF2-40B4-BE49-F238E27FC236}">
                  <a16:creationId xmlns:a16="http://schemas.microsoft.com/office/drawing/2014/main" id="{C62BB2C6-F400-4706-AEFE-E57486B4361C}"/>
                </a:ext>
              </a:extLst>
            </p:cNvPr>
            <p:cNvGrpSpPr/>
            <p:nvPr userDrawn="1"/>
          </p:nvGrpSpPr>
          <p:grpSpPr>
            <a:xfrm>
              <a:off x="6158621" y="871401"/>
              <a:ext cx="5428160" cy="6526349"/>
              <a:chOff x="6158621" y="871401"/>
              <a:chExt cx="5428160" cy="6526349"/>
            </a:xfrm>
          </p:grpSpPr>
          <p:sp>
            <p:nvSpPr>
              <p:cNvPr id="48" name="Line">
                <a:extLst>
                  <a:ext uri="{FF2B5EF4-FFF2-40B4-BE49-F238E27FC236}">
                    <a16:creationId xmlns:a16="http://schemas.microsoft.com/office/drawing/2014/main" id="{2811ACE5-BA24-4474-98A4-4B0808CD9583}"/>
                  </a:ext>
                </a:extLst>
              </p:cNvPr>
              <p:cNvSpPr/>
              <p:nvPr/>
            </p:nvSpPr>
            <p:spPr>
              <a:xfrm>
                <a:off x="7393877" y="5657850"/>
                <a:ext cx="844550" cy="1739900"/>
              </a:xfrm>
              <a:custGeom>
                <a:avLst/>
                <a:gdLst>
                  <a:gd name="connsiteX0" fmla="*/ 285750 w 844550"/>
                  <a:gd name="connsiteY0" fmla="*/ 285750 h 1739900"/>
                  <a:gd name="connsiteX1" fmla="*/ 563181 w 844550"/>
                  <a:gd name="connsiteY1" fmla="*/ 1460119 h 1739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44550" h="1739900">
                    <a:moveTo>
                      <a:pt x="285750" y="285750"/>
                    </a:moveTo>
                    <a:cubicBezTo>
                      <a:pt x="324231" y="759333"/>
                      <a:pt x="443167" y="1212850"/>
                      <a:pt x="563181" y="1460119"/>
                    </a:cubicBezTo>
                  </a:path>
                </a:pathLst>
              </a:custGeom>
              <a:noFill/>
              <a:ln w="406400" cap="flat">
                <a:solidFill>
                  <a:srgbClr val="CC614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0" name="Line">
                <a:extLst>
                  <a:ext uri="{FF2B5EF4-FFF2-40B4-BE49-F238E27FC236}">
                    <a16:creationId xmlns:a16="http://schemas.microsoft.com/office/drawing/2014/main" id="{DA0415F2-6559-4E22-8216-5EDD959FF61B}"/>
                  </a:ext>
                </a:extLst>
              </p:cNvPr>
              <p:cNvSpPr/>
              <p:nvPr/>
            </p:nvSpPr>
            <p:spPr>
              <a:xfrm>
                <a:off x="8640381" y="871401"/>
                <a:ext cx="2946400" cy="2952750"/>
              </a:xfrm>
              <a:custGeom>
                <a:avLst/>
                <a:gdLst>
                  <a:gd name="connsiteX0" fmla="*/ 1319975 w 2946400"/>
                  <a:gd name="connsiteY0" fmla="*/ 1628784 h 2952750"/>
                  <a:gd name="connsiteX1" fmla="*/ 1615504 w 2946400"/>
                  <a:gd name="connsiteY1" fmla="*/ 343671 h 2952750"/>
                  <a:gd name="connsiteX2" fmla="*/ 2658555 w 2946400"/>
                  <a:gd name="connsiteY2" fmla="*/ 1197111 h 2952750"/>
                  <a:gd name="connsiteX3" fmla="*/ 1455357 w 2946400"/>
                  <a:gd name="connsiteY3" fmla="*/ 2242448 h 2952750"/>
                  <a:gd name="connsiteX4" fmla="*/ 285750 w 2946400"/>
                  <a:gd name="connsiteY4" fmla="*/ 2672534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6400" h="2952750">
                    <a:moveTo>
                      <a:pt x="1319975" y="1628784"/>
                    </a:moveTo>
                    <a:cubicBezTo>
                      <a:pt x="951675" y="960002"/>
                      <a:pt x="1091947" y="579256"/>
                      <a:pt x="1615504" y="343671"/>
                    </a:cubicBezTo>
                    <a:cubicBezTo>
                      <a:pt x="2089659" y="130311"/>
                      <a:pt x="2735898" y="526869"/>
                      <a:pt x="2658555" y="1197111"/>
                    </a:cubicBezTo>
                    <a:cubicBezTo>
                      <a:pt x="2587435" y="1813442"/>
                      <a:pt x="2106994" y="2083190"/>
                      <a:pt x="1455357" y="2242448"/>
                    </a:cubicBezTo>
                    <a:cubicBezTo>
                      <a:pt x="1094169" y="2330840"/>
                      <a:pt x="694119" y="2419804"/>
                      <a:pt x="285750" y="2672534"/>
                    </a:cubicBezTo>
                  </a:path>
                </a:pathLst>
              </a:custGeom>
              <a:noFill/>
              <a:ln w="406400" cap="flat">
                <a:solidFill>
                  <a:srgbClr val="CD614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2" name="Line">
                <a:extLst>
                  <a:ext uri="{FF2B5EF4-FFF2-40B4-BE49-F238E27FC236}">
                    <a16:creationId xmlns:a16="http://schemas.microsoft.com/office/drawing/2014/main" id="{02F54B23-9585-4FF3-B778-C1B00CEA5DA3}"/>
                  </a:ext>
                </a:extLst>
              </p:cNvPr>
              <p:cNvSpPr/>
              <p:nvPr/>
            </p:nvSpPr>
            <p:spPr>
              <a:xfrm>
                <a:off x="6158621" y="1114425"/>
                <a:ext cx="1498600" cy="3079750"/>
              </a:xfrm>
              <a:custGeom>
                <a:avLst/>
                <a:gdLst>
                  <a:gd name="connsiteX0" fmla="*/ 1214428 w 1498600"/>
                  <a:gd name="connsiteY0" fmla="*/ 285750 h 3079750"/>
                  <a:gd name="connsiteX1" fmla="*/ 832602 w 1498600"/>
                  <a:gd name="connsiteY1" fmla="*/ 575056 h 3079750"/>
                  <a:gd name="connsiteX2" fmla="*/ 543804 w 1498600"/>
                  <a:gd name="connsiteY2" fmla="*/ 2794572 h 307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98600" h="3079750">
                    <a:moveTo>
                      <a:pt x="1214428" y="285750"/>
                    </a:moveTo>
                    <a:cubicBezTo>
                      <a:pt x="1066346" y="393700"/>
                      <a:pt x="929821" y="490538"/>
                      <a:pt x="832602" y="575056"/>
                    </a:cubicBezTo>
                    <a:cubicBezTo>
                      <a:pt x="205413" y="1120077"/>
                      <a:pt x="129784" y="2022856"/>
                      <a:pt x="543804" y="2794572"/>
                    </a:cubicBezTo>
                  </a:path>
                </a:pathLst>
              </a:custGeom>
              <a:noFill/>
              <a:ln w="406400" cap="flat">
                <a:solidFill>
                  <a:srgbClr val="CC614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dirty="0"/>
              </a:p>
            </p:txBody>
          </p:sp>
        </p:grpSp>
        <p:sp>
          <p:nvSpPr>
            <p:cNvPr id="49" name="Line">
              <a:extLst>
                <a:ext uri="{FF2B5EF4-FFF2-40B4-BE49-F238E27FC236}">
                  <a16:creationId xmlns:a16="http://schemas.microsoft.com/office/drawing/2014/main" id="{57071030-8826-423B-8B6A-EA9F20ECA394}"/>
                </a:ext>
              </a:extLst>
            </p:cNvPr>
            <p:cNvSpPr/>
            <p:nvPr/>
          </p:nvSpPr>
          <p:spPr>
            <a:xfrm>
              <a:off x="7381086" y="3258185"/>
              <a:ext cx="1828800" cy="2965450"/>
            </a:xfrm>
            <a:custGeom>
              <a:avLst/>
              <a:gdLst>
                <a:gd name="connsiteX0" fmla="*/ 1545045 w 1828800"/>
                <a:gd name="connsiteY0" fmla="*/ 285750 h 2965450"/>
                <a:gd name="connsiteX1" fmla="*/ 503645 w 1828800"/>
                <a:gd name="connsiteY1" fmla="*/ 1389634 h 2965450"/>
                <a:gd name="connsiteX2" fmla="*/ 298667 w 1828800"/>
                <a:gd name="connsiteY2" fmla="*/ 2685415 h 296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0" h="2965450">
                  <a:moveTo>
                    <a:pt x="1545045" y="285750"/>
                  </a:moveTo>
                  <a:cubicBezTo>
                    <a:pt x="1197256" y="501142"/>
                    <a:pt x="843751" y="835406"/>
                    <a:pt x="503645" y="1389634"/>
                  </a:cubicBezTo>
                  <a:cubicBezTo>
                    <a:pt x="302032" y="1718056"/>
                    <a:pt x="260123" y="2211896"/>
                    <a:pt x="298667" y="2685415"/>
                  </a:cubicBezTo>
                </a:path>
              </a:pathLst>
            </a:custGeom>
            <a:noFill/>
            <a:ln w="406400" cap="flat">
              <a:solidFill>
                <a:srgbClr val="D67F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3" name="Line">
              <a:extLst>
                <a:ext uri="{FF2B5EF4-FFF2-40B4-BE49-F238E27FC236}">
                  <a16:creationId xmlns:a16="http://schemas.microsoft.com/office/drawing/2014/main" id="{2E806005-DFFB-4D7E-80CD-33A23CA6D113}"/>
                </a:ext>
              </a:extLst>
            </p:cNvPr>
            <p:cNvSpPr/>
            <p:nvPr userDrawn="1"/>
          </p:nvSpPr>
          <p:spPr>
            <a:xfrm>
              <a:off x="7087108" y="-504825"/>
              <a:ext cx="1479550" cy="2184400"/>
            </a:xfrm>
            <a:custGeom>
              <a:avLst/>
              <a:gdLst>
                <a:gd name="connsiteX0" fmla="*/ 977392 w 1479550"/>
                <a:gd name="connsiteY0" fmla="*/ 285750 h 2184400"/>
                <a:gd name="connsiteX1" fmla="*/ 285750 w 1479550"/>
                <a:gd name="connsiteY1" fmla="*/ 1904492 h 218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9550" h="2184400">
                  <a:moveTo>
                    <a:pt x="977392" y="285750"/>
                  </a:moveTo>
                  <a:cubicBezTo>
                    <a:pt x="1561592" y="937133"/>
                    <a:pt x="842073" y="1499108"/>
                    <a:pt x="285750" y="1904492"/>
                  </a:cubicBezTo>
                </a:path>
              </a:pathLst>
            </a:custGeom>
            <a:noFill/>
            <a:ln w="406400" cap="flat">
              <a:solidFill>
                <a:srgbClr val="D6806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Line_Vivid color">
              <a:extLst>
                <a:ext uri="{FF2B5EF4-FFF2-40B4-BE49-F238E27FC236}">
                  <a16:creationId xmlns:a16="http://schemas.microsoft.com/office/drawing/2014/main" id="{33A76125-5CB4-4DE3-84AB-3C9298E51C74}"/>
                </a:ext>
              </a:extLst>
            </p:cNvPr>
            <p:cNvSpPr/>
            <p:nvPr userDrawn="1"/>
          </p:nvSpPr>
          <p:spPr>
            <a:xfrm>
              <a:off x="6406627" y="2194340"/>
              <a:ext cx="4184650" cy="3359150"/>
            </a:xfrm>
            <a:custGeom>
              <a:avLst/>
              <a:gdLst>
                <a:gd name="connsiteX0" fmla="*/ 285750 w 4184650"/>
                <a:gd name="connsiteY0" fmla="*/ 1694307 h 3359150"/>
                <a:gd name="connsiteX1" fmla="*/ 2129981 w 4184650"/>
                <a:gd name="connsiteY1" fmla="*/ 3030728 h 3359150"/>
                <a:gd name="connsiteX2" fmla="*/ 3609975 w 4184650"/>
                <a:gd name="connsiteY2" fmla="*/ 423037 h 3359150"/>
                <a:gd name="connsiteX3" fmla="*/ 3543618 w 4184650"/>
                <a:gd name="connsiteY3" fmla="*/ 285750 h 335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4650" h="3359150">
                  <a:moveTo>
                    <a:pt x="285750" y="1694307"/>
                  </a:moveTo>
                  <a:cubicBezTo>
                    <a:pt x="610044" y="2298636"/>
                    <a:pt x="1234694" y="2822448"/>
                    <a:pt x="2129981" y="3030728"/>
                  </a:cubicBezTo>
                  <a:cubicBezTo>
                    <a:pt x="3561715" y="3364040"/>
                    <a:pt x="4365943" y="1896681"/>
                    <a:pt x="3609975" y="423037"/>
                  </a:cubicBezTo>
                  <a:cubicBezTo>
                    <a:pt x="3585972" y="376216"/>
                    <a:pt x="3563853" y="330454"/>
                    <a:pt x="3543618" y="285750"/>
                  </a:cubicBezTo>
                </a:path>
              </a:pathLst>
            </a:custGeom>
            <a:noFill/>
            <a:ln w="409575" cap="flat">
              <a:solidFill>
                <a:srgbClr val="D67F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4397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547EBF"/>
          </p15:clr>
        </p15:guide>
        <p15:guide id="2" pos="3840" userDrawn="1">
          <p15:clr>
            <a:srgbClr val="547EBF"/>
          </p15:clr>
        </p15:guide>
        <p15:guide id="3" pos="574" userDrawn="1">
          <p15:clr>
            <a:srgbClr val="547EBF"/>
          </p15:clr>
        </p15:guide>
        <p15:guide id="4" pos="7242" userDrawn="1">
          <p15:clr>
            <a:srgbClr val="547EB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_Index">
    <p:bg>
      <p:bgPr>
        <a:solidFill>
          <a:srgbClr val="C85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Design">
            <a:extLst>
              <a:ext uri="{FF2B5EF4-FFF2-40B4-BE49-F238E27FC236}">
                <a16:creationId xmlns:a16="http://schemas.microsoft.com/office/drawing/2014/main" id="{DDA7762F-CA06-4FA8-8497-6224CE2E1E0C}"/>
              </a:ext>
            </a:extLst>
          </p:cNvPr>
          <p:cNvGrpSpPr/>
          <p:nvPr userDrawn="1"/>
        </p:nvGrpSpPr>
        <p:grpSpPr>
          <a:xfrm>
            <a:off x="11438162" y="6254792"/>
            <a:ext cx="832736" cy="455067"/>
            <a:chOff x="11385773" y="6159541"/>
            <a:chExt cx="832736" cy="455067"/>
          </a:xfrm>
        </p:grpSpPr>
        <p:sp>
          <p:nvSpPr>
            <p:cNvPr id="10" name="Line_White">
              <a:extLst>
                <a:ext uri="{FF2B5EF4-FFF2-40B4-BE49-F238E27FC236}">
                  <a16:creationId xmlns:a16="http://schemas.microsoft.com/office/drawing/2014/main" id="{E52B7804-A5A9-490A-B113-CF20E3C35340}"/>
                </a:ext>
              </a:extLst>
            </p:cNvPr>
            <p:cNvSpPr/>
            <p:nvPr/>
          </p:nvSpPr>
          <p:spPr>
            <a:xfrm>
              <a:off x="11820325" y="6205837"/>
              <a:ext cx="398184" cy="290737"/>
            </a:xfrm>
            <a:custGeom>
              <a:avLst/>
              <a:gdLst>
                <a:gd name="connsiteX0" fmla="*/ 53950 w 398183"/>
                <a:gd name="connsiteY0" fmla="*/ 42663 h 290737"/>
                <a:gd name="connsiteX1" fmla="*/ 148756 w 398183"/>
                <a:gd name="connsiteY1" fmla="*/ 238594 h 290737"/>
                <a:gd name="connsiteX2" fmla="*/ 360805 w 398183"/>
                <a:gd name="connsiteY2" fmla="*/ 220581 h 29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8183" h="290737">
                  <a:moveTo>
                    <a:pt x="53950" y="42663"/>
                  </a:moveTo>
                  <a:cubicBezTo>
                    <a:pt x="17988" y="124133"/>
                    <a:pt x="72911" y="215904"/>
                    <a:pt x="148756" y="238594"/>
                  </a:cubicBezTo>
                  <a:cubicBezTo>
                    <a:pt x="227318" y="261853"/>
                    <a:pt x="295958" y="248202"/>
                    <a:pt x="360805" y="220581"/>
                  </a:cubicBezTo>
                </a:path>
              </a:pathLst>
            </a:custGeom>
            <a:noFill/>
            <a:ln w="60325" cap="flat">
              <a:solidFill>
                <a:srgbClr val="CC614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Line_Vivid color">
              <a:extLst>
                <a:ext uri="{FF2B5EF4-FFF2-40B4-BE49-F238E27FC236}">
                  <a16:creationId xmlns:a16="http://schemas.microsoft.com/office/drawing/2014/main" id="{6F9ABB9E-1BE5-4881-96DA-5504712493FC}"/>
                </a:ext>
              </a:extLst>
            </p:cNvPr>
            <p:cNvSpPr/>
            <p:nvPr/>
          </p:nvSpPr>
          <p:spPr>
            <a:xfrm>
              <a:off x="11385773" y="6159541"/>
              <a:ext cx="682600" cy="455067"/>
            </a:xfrm>
            <a:custGeom>
              <a:avLst/>
              <a:gdLst>
                <a:gd name="connsiteX0" fmla="*/ 42663 w 682600"/>
                <a:gd name="connsiteY0" fmla="*/ 327868 h 455066"/>
                <a:gd name="connsiteX1" fmla="*/ 641581 w 682600"/>
                <a:gd name="connsiteY1" fmla="*/ 157661 h 455066"/>
                <a:gd name="connsiteX2" fmla="*/ 488502 w 682600"/>
                <a:gd name="connsiteY2" fmla="*/ 88958 h 455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2600" h="455066">
                  <a:moveTo>
                    <a:pt x="42663" y="327868"/>
                  </a:moveTo>
                  <a:cubicBezTo>
                    <a:pt x="194858" y="544277"/>
                    <a:pt x="607515" y="324581"/>
                    <a:pt x="641581" y="157661"/>
                  </a:cubicBezTo>
                  <a:cubicBezTo>
                    <a:pt x="667621" y="29989"/>
                    <a:pt x="522948" y="10965"/>
                    <a:pt x="488502" y="88958"/>
                  </a:cubicBezTo>
                </a:path>
              </a:pathLst>
            </a:custGeom>
            <a:noFill/>
            <a:ln w="60325" cap="flat">
              <a:solidFill>
                <a:srgbClr val="D6806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Page　number">
            <a:extLst>
              <a:ext uri="{FF2B5EF4-FFF2-40B4-BE49-F238E27FC236}">
                <a16:creationId xmlns:a16="http://schemas.microsoft.com/office/drawing/2014/main" id="{8C2F277D-7CE6-49E9-9C68-B5A276C1276F}"/>
              </a:ext>
            </a:extLst>
          </p:cNvPr>
          <p:cNvSpPr txBox="1">
            <a:spLocks/>
          </p:cNvSpPr>
          <p:nvPr userDrawn="1"/>
        </p:nvSpPr>
        <p:spPr>
          <a:xfrm>
            <a:off x="11068050" y="6283733"/>
            <a:ext cx="7906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985B4C-CAF3-40DB-91A6-13785EE6630D}" type="slidenum">
              <a:rPr kumimoji="1" lang="ja-JP" altLang="en-US" sz="12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pPr/>
              <a:t>‹#›</a:t>
            </a:fld>
            <a:endParaRPr kumimoji="1" lang="ja-JP" altLang="en-US" sz="1200" kern="12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1" name="Chapter title">
            <a:extLst>
              <a:ext uri="{FF2B5EF4-FFF2-40B4-BE49-F238E27FC236}">
                <a16:creationId xmlns:a16="http://schemas.microsoft.com/office/drawing/2014/main" id="{8FB553D7-83C4-4193-AA01-D505A96220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96428" y="1335160"/>
            <a:ext cx="4915709" cy="3970263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  <a:defRPr sz="1600" spc="70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2" name="Chapter number">
            <a:extLst>
              <a:ext uri="{FF2B5EF4-FFF2-40B4-BE49-F238E27FC236}">
                <a16:creationId xmlns:a16="http://schemas.microsoft.com/office/drawing/2014/main" id="{1C68D8A1-BABA-4F19-B3D3-CCE5AB96EE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0" y="1306585"/>
            <a:ext cx="484291" cy="4036933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3100"/>
              </a:spcAft>
              <a:buNone/>
              <a:defRPr sz="2000" spc="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01</a:t>
            </a:r>
          </a:p>
          <a:p>
            <a:pPr lvl="0"/>
            <a:r>
              <a:rPr kumimoji="1" lang="en-US" altLang="ja-JP" dirty="0"/>
              <a:t>02</a:t>
            </a:r>
          </a:p>
          <a:p>
            <a:pPr lvl="0"/>
            <a:r>
              <a:rPr kumimoji="1" lang="en-US" altLang="ja-JP" dirty="0"/>
              <a:t>03</a:t>
            </a:r>
          </a:p>
          <a:p>
            <a:pPr lvl="0"/>
            <a:r>
              <a:rPr kumimoji="1" lang="en-US" altLang="ja-JP" dirty="0"/>
              <a:t>04</a:t>
            </a:r>
          </a:p>
          <a:p>
            <a:pPr lvl="0"/>
            <a:r>
              <a:rPr kumimoji="1" lang="en-US" altLang="ja-JP" dirty="0"/>
              <a:t>05</a:t>
            </a:r>
          </a:p>
          <a:p>
            <a:pPr lvl="0"/>
            <a:r>
              <a:rPr kumimoji="1" lang="en-US" altLang="ja-JP" dirty="0"/>
              <a:t>06 </a:t>
            </a:r>
          </a:p>
        </p:txBody>
      </p:sp>
      <p:sp>
        <p:nvSpPr>
          <p:cNvPr id="33" name="Index">
            <a:extLst>
              <a:ext uri="{FF2B5EF4-FFF2-40B4-BE49-F238E27FC236}">
                <a16:creationId xmlns:a16="http://schemas.microsoft.com/office/drawing/2014/main" id="{A1ED16B9-B443-4ED6-9919-57028E6F8C50}"/>
              </a:ext>
            </a:extLst>
          </p:cNvPr>
          <p:cNvSpPr txBox="1"/>
          <p:nvPr userDrawn="1"/>
        </p:nvSpPr>
        <p:spPr>
          <a:xfrm>
            <a:off x="1242959" y="1090852"/>
            <a:ext cx="1436915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600" b="1" spc="200" baseline="0" dirty="0">
                <a:solidFill>
                  <a:schemeClr val="bg1"/>
                </a:solidFill>
                <a:latin typeface="+mj-lt"/>
              </a:rPr>
              <a:t>INDEX</a:t>
            </a:r>
            <a:endParaRPr kumimoji="1" lang="ja-JP" altLang="en-US" sz="2600" b="1" spc="200" baseline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234426" y="6335001"/>
            <a:ext cx="20896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200" dirty="0">
                <a:solidFill>
                  <a:schemeClr val="bg1"/>
                </a:solidFill>
              </a:rPr>
              <a:t>@2024 MEISTER GUILD inc.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76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_Chapter_1">
    <p:bg>
      <p:bgPr>
        <a:solidFill>
          <a:srgbClr val="C85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Design">
            <a:extLst>
              <a:ext uri="{FF2B5EF4-FFF2-40B4-BE49-F238E27FC236}">
                <a16:creationId xmlns:a16="http://schemas.microsoft.com/office/drawing/2014/main" id="{EE3286DC-95AB-4F48-8E1D-389FA2396EDE}"/>
              </a:ext>
            </a:extLst>
          </p:cNvPr>
          <p:cNvGrpSpPr/>
          <p:nvPr userDrawn="1"/>
        </p:nvGrpSpPr>
        <p:grpSpPr>
          <a:xfrm>
            <a:off x="-342900" y="-503181"/>
            <a:ext cx="12877800" cy="7864362"/>
            <a:chOff x="-503587" y="-716970"/>
            <a:chExt cx="13624268" cy="8574638"/>
          </a:xfrm>
        </p:grpSpPr>
        <p:sp>
          <p:nvSpPr>
            <p:cNvPr id="23" name="Line_Vivid color">
              <a:extLst>
                <a:ext uri="{FF2B5EF4-FFF2-40B4-BE49-F238E27FC236}">
                  <a16:creationId xmlns:a16="http://schemas.microsoft.com/office/drawing/2014/main" id="{D48939B5-667A-4003-83B3-8B74F5B20DFB}"/>
                </a:ext>
              </a:extLst>
            </p:cNvPr>
            <p:cNvSpPr/>
            <p:nvPr/>
          </p:nvSpPr>
          <p:spPr>
            <a:xfrm>
              <a:off x="8819727" y="-716970"/>
              <a:ext cx="827078" cy="1698691"/>
            </a:xfrm>
            <a:custGeom>
              <a:avLst/>
              <a:gdLst>
                <a:gd name="connsiteX0" fmla="*/ 609260 w 827078"/>
                <a:gd name="connsiteY0" fmla="*/ 219494 h 1698691"/>
                <a:gd name="connsiteX1" fmla="*/ 219770 w 827078"/>
                <a:gd name="connsiteY1" fmla="*/ 1482951 h 16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7078" h="1698691">
                  <a:moveTo>
                    <a:pt x="609260" y="219494"/>
                  </a:moveTo>
                  <a:cubicBezTo>
                    <a:pt x="371253" y="539319"/>
                    <a:pt x="211944" y="999110"/>
                    <a:pt x="219770" y="1482951"/>
                  </a:cubicBezTo>
                </a:path>
              </a:pathLst>
            </a:custGeom>
            <a:noFill/>
            <a:ln w="298450" cap="flat">
              <a:solidFill>
                <a:srgbClr val="D67F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28" name="Accent color">
              <a:extLst>
                <a:ext uri="{FF2B5EF4-FFF2-40B4-BE49-F238E27FC236}">
                  <a16:creationId xmlns:a16="http://schemas.microsoft.com/office/drawing/2014/main" id="{9E027998-74AB-46AA-AA73-3CBD20FED0DB}"/>
                </a:ext>
              </a:extLst>
            </p:cNvPr>
            <p:cNvGrpSpPr/>
            <p:nvPr userDrawn="1"/>
          </p:nvGrpSpPr>
          <p:grpSpPr>
            <a:xfrm>
              <a:off x="1381261" y="2504946"/>
              <a:ext cx="11739420" cy="5352722"/>
              <a:chOff x="1381261" y="2504945"/>
              <a:chExt cx="11739420" cy="5352723"/>
            </a:xfrm>
          </p:grpSpPr>
          <p:sp>
            <p:nvSpPr>
              <p:cNvPr id="20" name="Line">
                <a:extLst>
                  <a:ext uri="{FF2B5EF4-FFF2-40B4-BE49-F238E27FC236}">
                    <a16:creationId xmlns:a16="http://schemas.microsoft.com/office/drawing/2014/main" id="{0F445E6E-BDD5-4B98-BA8D-CF4122AF217B}"/>
                  </a:ext>
                </a:extLst>
              </p:cNvPr>
              <p:cNvSpPr/>
              <p:nvPr/>
            </p:nvSpPr>
            <p:spPr>
              <a:xfrm>
                <a:off x="10302253" y="2504945"/>
                <a:ext cx="2818428" cy="2315819"/>
              </a:xfrm>
              <a:custGeom>
                <a:avLst/>
                <a:gdLst>
                  <a:gd name="connsiteX0" fmla="*/ 219494 w 2818428"/>
                  <a:gd name="connsiteY0" fmla="*/ 219494 h 2315818"/>
                  <a:gd name="connsiteX1" fmla="*/ 2598935 w 2818428"/>
                  <a:gd name="connsiteY1" fmla="*/ 2098997 h 2315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18428" h="2315818">
                    <a:moveTo>
                      <a:pt x="219494" y="219494"/>
                    </a:moveTo>
                    <a:cubicBezTo>
                      <a:pt x="1456930" y="755695"/>
                      <a:pt x="2236674" y="1110575"/>
                      <a:pt x="2598935" y="2098997"/>
                    </a:cubicBezTo>
                  </a:path>
                </a:pathLst>
              </a:custGeom>
              <a:noFill/>
              <a:ln w="298450" cap="flat">
                <a:solidFill>
                  <a:srgbClr val="D6806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4" name="Line">
                <a:extLst>
                  <a:ext uri="{FF2B5EF4-FFF2-40B4-BE49-F238E27FC236}">
                    <a16:creationId xmlns:a16="http://schemas.microsoft.com/office/drawing/2014/main" id="{B0FB1D6F-4380-46B0-A8AB-55C4A2217F9B}"/>
                  </a:ext>
                </a:extLst>
              </p:cNvPr>
              <p:cNvSpPr/>
              <p:nvPr/>
            </p:nvSpPr>
            <p:spPr>
              <a:xfrm>
                <a:off x="1381261" y="5815421"/>
                <a:ext cx="655300" cy="2042247"/>
              </a:xfrm>
              <a:custGeom>
                <a:avLst/>
                <a:gdLst>
                  <a:gd name="connsiteX0" fmla="*/ 219494 w 655300"/>
                  <a:gd name="connsiteY0" fmla="*/ 219494 h 2042246"/>
                  <a:gd name="connsiteX1" fmla="*/ 402405 w 655300"/>
                  <a:gd name="connsiteY1" fmla="*/ 1825171 h 2042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300" h="2042246">
                    <a:moveTo>
                      <a:pt x="219494" y="219494"/>
                    </a:moveTo>
                    <a:cubicBezTo>
                      <a:pt x="415957" y="722103"/>
                      <a:pt x="487085" y="1264984"/>
                      <a:pt x="402405" y="1825171"/>
                    </a:cubicBezTo>
                  </a:path>
                </a:pathLst>
              </a:custGeom>
              <a:noFill/>
              <a:ln w="298450" cap="flat">
                <a:solidFill>
                  <a:srgbClr val="D6806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34" name="White">
              <a:extLst>
                <a:ext uri="{FF2B5EF4-FFF2-40B4-BE49-F238E27FC236}">
                  <a16:creationId xmlns:a16="http://schemas.microsoft.com/office/drawing/2014/main" id="{65A92618-DD3A-41CB-A582-9F1C6E987C51}"/>
                </a:ext>
              </a:extLst>
            </p:cNvPr>
            <p:cNvGrpSpPr/>
            <p:nvPr userDrawn="1"/>
          </p:nvGrpSpPr>
          <p:grpSpPr>
            <a:xfrm>
              <a:off x="-503587" y="546488"/>
              <a:ext cx="11238593" cy="5705566"/>
              <a:chOff x="-503587" y="546488"/>
              <a:chExt cx="11238593" cy="5705566"/>
            </a:xfrm>
          </p:grpSpPr>
          <p:sp>
            <p:nvSpPr>
              <p:cNvPr id="22" name="Line">
                <a:extLst>
                  <a:ext uri="{FF2B5EF4-FFF2-40B4-BE49-F238E27FC236}">
                    <a16:creationId xmlns:a16="http://schemas.microsoft.com/office/drawing/2014/main" id="{D8243713-3488-4B78-8AA6-3FF2EB08E7BD}"/>
                  </a:ext>
                </a:extLst>
              </p:cNvPr>
              <p:cNvSpPr/>
              <p:nvPr/>
            </p:nvSpPr>
            <p:spPr>
              <a:xfrm>
                <a:off x="8820002" y="546488"/>
                <a:ext cx="1915004" cy="2392165"/>
              </a:xfrm>
              <a:custGeom>
                <a:avLst/>
                <a:gdLst>
                  <a:gd name="connsiteX0" fmla="*/ 219494 w 1915004"/>
                  <a:gd name="connsiteY0" fmla="*/ 219494 h 2392164"/>
                  <a:gd name="connsiteX1" fmla="*/ 1639269 w 1915004"/>
                  <a:gd name="connsiteY1" fmla="*/ 2150912 h 2392164"/>
                  <a:gd name="connsiteX2" fmla="*/ 1701745 w 1915004"/>
                  <a:gd name="connsiteY2" fmla="*/ 2177952 h 2392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15004" h="2392164">
                    <a:moveTo>
                      <a:pt x="219494" y="219494"/>
                    </a:moveTo>
                    <a:cubicBezTo>
                      <a:pt x="231073" y="935680"/>
                      <a:pt x="608857" y="1704735"/>
                      <a:pt x="1639269" y="2150912"/>
                    </a:cubicBezTo>
                    <a:lnTo>
                      <a:pt x="1701745" y="2177952"/>
                    </a:lnTo>
                  </a:path>
                </a:pathLst>
              </a:custGeom>
              <a:noFill/>
              <a:ln w="298450" cap="flat">
                <a:solidFill>
                  <a:srgbClr val="CC614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" name="Line">
                <a:extLst>
                  <a:ext uri="{FF2B5EF4-FFF2-40B4-BE49-F238E27FC236}">
                    <a16:creationId xmlns:a16="http://schemas.microsoft.com/office/drawing/2014/main" id="{B9E244D3-9951-4988-81A1-EAF608D9C898}"/>
                  </a:ext>
                </a:extLst>
              </p:cNvPr>
              <p:cNvSpPr/>
              <p:nvPr/>
            </p:nvSpPr>
            <p:spPr>
              <a:xfrm>
                <a:off x="-503587" y="3732647"/>
                <a:ext cx="2322181" cy="2519407"/>
              </a:xfrm>
              <a:custGeom>
                <a:avLst/>
                <a:gdLst>
                  <a:gd name="connsiteX0" fmla="*/ 219494 w 2322181"/>
                  <a:gd name="connsiteY0" fmla="*/ 219494 h 2519407"/>
                  <a:gd name="connsiteX1" fmla="*/ 2104342 w 2322181"/>
                  <a:gd name="connsiteY1" fmla="*/ 2302268 h 2519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22181" h="2519407">
                    <a:moveTo>
                      <a:pt x="219494" y="219494"/>
                    </a:moveTo>
                    <a:cubicBezTo>
                      <a:pt x="1101414" y="735845"/>
                      <a:pt x="1776882" y="1464056"/>
                      <a:pt x="2104342" y="2302268"/>
                    </a:cubicBezTo>
                  </a:path>
                </a:pathLst>
              </a:custGeom>
              <a:noFill/>
              <a:ln w="298450" cap="flat">
                <a:solidFill>
                  <a:srgbClr val="CC614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49" name="Chapter title">
            <a:extLst>
              <a:ext uri="{FF2B5EF4-FFF2-40B4-BE49-F238E27FC236}">
                <a16:creationId xmlns:a16="http://schemas.microsoft.com/office/drawing/2014/main" id="{EF2B3627-76DB-49C2-970D-F63E6E75EC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2000" y="3497833"/>
            <a:ext cx="5588000" cy="463267"/>
          </a:xfrm>
        </p:spPr>
        <p:txBody>
          <a:bodyPr>
            <a:normAutofit/>
          </a:bodyPr>
          <a:lstStyle>
            <a:lvl1pPr algn="ctr">
              <a:defRPr kumimoji="1" lang="ja-JP" altLang="en-US" sz="3200" kern="1200" spc="100" baseline="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チャプタータイトル</a:t>
            </a:r>
          </a:p>
        </p:txBody>
      </p:sp>
      <p:sp>
        <p:nvSpPr>
          <p:cNvPr id="16" name="Chapter number">
            <a:extLst>
              <a:ext uri="{FF2B5EF4-FFF2-40B4-BE49-F238E27FC236}">
                <a16:creationId xmlns:a16="http://schemas.microsoft.com/office/drawing/2014/main" id="{93AD9472-0079-4F47-88EA-B842A76713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02000" y="2840166"/>
            <a:ext cx="558800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4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Chapter 1</a:t>
            </a:r>
            <a:endParaRPr kumimoji="1" lang="ja-JP" altLang="en-US" dirty="0"/>
          </a:p>
        </p:txBody>
      </p:sp>
      <p:sp>
        <p:nvSpPr>
          <p:cNvPr id="18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234426" y="6335001"/>
            <a:ext cx="2057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200" dirty="0">
                <a:solidFill>
                  <a:schemeClr val="bg1"/>
                </a:solidFill>
              </a:rPr>
              <a:t>@2024 MEISTER GUILD inc.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89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_Chapter_2">
    <p:bg>
      <p:bgPr>
        <a:solidFill>
          <a:srgbClr val="C85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Design">
            <a:extLst>
              <a:ext uri="{FF2B5EF4-FFF2-40B4-BE49-F238E27FC236}">
                <a16:creationId xmlns:a16="http://schemas.microsoft.com/office/drawing/2014/main" id="{C1A06E40-35FE-4EBA-B4A1-1DBC14348A86}"/>
              </a:ext>
            </a:extLst>
          </p:cNvPr>
          <p:cNvGrpSpPr/>
          <p:nvPr userDrawn="1"/>
        </p:nvGrpSpPr>
        <p:grpSpPr>
          <a:xfrm>
            <a:off x="1035050" y="-493931"/>
            <a:ext cx="11725184" cy="7848057"/>
            <a:chOff x="476071" y="-734725"/>
            <a:chExt cx="12804863" cy="8570722"/>
          </a:xfrm>
        </p:grpSpPr>
        <p:sp>
          <p:nvSpPr>
            <p:cNvPr id="14" name="Line_White">
              <a:extLst>
                <a:ext uri="{FF2B5EF4-FFF2-40B4-BE49-F238E27FC236}">
                  <a16:creationId xmlns:a16="http://schemas.microsoft.com/office/drawing/2014/main" id="{3C8B61D3-58DE-4739-A255-6B2CA8EF921F}"/>
                </a:ext>
              </a:extLst>
            </p:cNvPr>
            <p:cNvSpPr/>
            <p:nvPr/>
          </p:nvSpPr>
          <p:spPr>
            <a:xfrm>
              <a:off x="3576725" y="701751"/>
              <a:ext cx="1933021" cy="763034"/>
            </a:xfrm>
            <a:custGeom>
              <a:avLst/>
              <a:gdLst>
                <a:gd name="connsiteX0" fmla="*/ 219372 w 1933020"/>
                <a:gd name="connsiteY0" fmla="*/ 523887 h 763034"/>
                <a:gd name="connsiteX1" fmla="*/ 690673 w 1933020"/>
                <a:gd name="connsiteY1" fmla="*/ 538702 h 763034"/>
                <a:gd name="connsiteX2" fmla="*/ 1713648 w 1933020"/>
                <a:gd name="connsiteY2" fmla="*/ 219372 h 763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3020" h="763034">
                  <a:moveTo>
                    <a:pt x="219372" y="523887"/>
                  </a:moveTo>
                  <a:cubicBezTo>
                    <a:pt x="375231" y="548555"/>
                    <a:pt x="533573" y="553533"/>
                    <a:pt x="690673" y="538702"/>
                  </a:cubicBezTo>
                  <a:cubicBezTo>
                    <a:pt x="1090504" y="502840"/>
                    <a:pt x="1431580" y="389783"/>
                    <a:pt x="1713648" y="219372"/>
                  </a:cubicBezTo>
                </a:path>
              </a:pathLst>
            </a:custGeom>
            <a:noFill/>
            <a:ln w="304800" cap="flat">
              <a:solidFill>
                <a:srgbClr val="CC614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21" name="Accent color">
              <a:extLst>
                <a:ext uri="{FF2B5EF4-FFF2-40B4-BE49-F238E27FC236}">
                  <a16:creationId xmlns:a16="http://schemas.microsoft.com/office/drawing/2014/main" id="{0C0DB835-0A69-4014-B079-8F3955EEB971}"/>
                </a:ext>
              </a:extLst>
            </p:cNvPr>
            <p:cNvGrpSpPr/>
            <p:nvPr userDrawn="1"/>
          </p:nvGrpSpPr>
          <p:grpSpPr>
            <a:xfrm>
              <a:off x="5071001" y="-734725"/>
              <a:ext cx="5838168" cy="8570722"/>
              <a:chOff x="5071001" y="-734725"/>
              <a:chExt cx="5838168" cy="8570722"/>
            </a:xfrm>
          </p:grpSpPr>
          <p:sp>
            <p:nvSpPr>
              <p:cNvPr id="13" name="Line">
                <a:extLst>
                  <a:ext uri="{FF2B5EF4-FFF2-40B4-BE49-F238E27FC236}">
                    <a16:creationId xmlns:a16="http://schemas.microsoft.com/office/drawing/2014/main" id="{174B2BAB-83BF-4CF1-AA39-8FE7CDACD7DB}"/>
                  </a:ext>
                </a:extLst>
              </p:cNvPr>
              <p:cNvSpPr/>
              <p:nvPr/>
            </p:nvSpPr>
            <p:spPr>
              <a:xfrm>
                <a:off x="5071001" y="-734725"/>
                <a:ext cx="1392538" cy="1869434"/>
              </a:xfrm>
              <a:custGeom>
                <a:avLst/>
                <a:gdLst>
                  <a:gd name="connsiteX0" fmla="*/ 219372 w 1392538"/>
                  <a:gd name="connsiteY0" fmla="*/ 1655848 h 1869434"/>
                  <a:gd name="connsiteX1" fmla="*/ 1173801 w 1392538"/>
                  <a:gd name="connsiteY1" fmla="*/ 219372 h 1869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92538" h="1869434">
                    <a:moveTo>
                      <a:pt x="219372" y="1655848"/>
                    </a:moveTo>
                    <a:cubicBezTo>
                      <a:pt x="748791" y="1335374"/>
                      <a:pt x="1068439" y="812314"/>
                      <a:pt x="1173801" y="219372"/>
                    </a:cubicBezTo>
                  </a:path>
                </a:pathLst>
              </a:custGeom>
              <a:noFill/>
              <a:ln w="304800" cap="flat">
                <a:solidFill>
                  <a:srgbClr val="D6806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" name="Line">
                <a:extLst>
                  <a:ext uri="{FF2B5EF4-FFF2-40B4-BE49-F238E27FC236}">
                    <a16:creationId xmlns:a16="http://schemas.microsoft.com/office/drawing/2014/main" id="{22DD2029-2638-48AC-9FD3-0E4D83967A55}"/>
                  </a:ext>
                </a:extLst>
              </p:cNvPr>
              <p:cNvSpPr/>
              <p:nvPr/>
            </p:nvSpPr>
            <p:spPr>
              <a:xfrm>
                <a:off x="6852369" y="4898314"/>
                <a:ext cx="4056800" cy="2937683"/>
              </a:xfrm>
              <a:custGeom>
                <a:avLst/>
                <a:gdLst>
                  <a:gd name="connsiteX0" fmla="*/ 3837428 w 4056800"/>
                  <a:gd name="connsiteY0" fmla="*/ 219372 h 2937682"/>
                  <a:gd name="connsiteX1" fmla="*/ 2540269 w 4056800"/>
                  <a:gd name="connsiteY1" fmla="*/ 741288 h 2937682"/>
                  <a:gd name="connsiteX2" fmla="*/ 219372 w 4056800"/>
                  <a:gd name="connsiteY2" fmla="*/ 2718819 h 293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56800" h="2937682">
                    <a:moveTo>
                      <a:pt x="3837428" y="219372"/>
                    </a:moveTo>
                    <a:cubicBezTo>
                      <a:pt x="3381744" y="328658"/>
                      <a:pt x="2944660" y="504520"/>
                      <a:pt x="2540269" y="741288"/>
                    </a:cubicBezTo>
                    <a:cubicBezTo>
                      <a:pt x="1268926" y="1487917"/>
                      <a:pt x="1470749" y="2395992"/>
                      <a:pt x="219372" y="2718819"/>
                    </a:cubicBezTo>
                  </a:path>
                </a:pathLst>
              </a:custGeom>
              <a:noFill/>
              <a:ln w="304800" cap="flat">
                <a:solidFill>
                  <a:srgbClr val="D6806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5" name="Vivid color">
              <a:extLst>
                <a:ext uri="{FF2B5EF4-FFF2-40B4-BE49-F238E27FC236}">
                  <a16:creationId xmlns:a16="http://schemas.microsoft.com/office/drawing/2014/main" id="{EC616150-D078-42E8-8BB0-A587AA1460CF}"/>
                </a:ext>
              </a:extLst>
            </p:cNvPr>
            <p:cNvGrpSpPr/>
            <p:nvPr userDrawn="1"/>
          </p:nvGrpSpPr>
          <p:grpSpPr>
            <a:xfrm>
              <a:off x="476071" y="-613466"/>
              <a:ext cx="12804863" cy="6124279"/>
              <a:chOff x="476071" y="-613466"/>
              <a:chExt cx="12804863" cy="6124279"/>
            </a:xfrm>
          </p:grpSpPr>
          <p:sp>
            <p:nvSpPr>
              <p:cNvPr id="17" name="Line">
                <a:extLst>
                  <a:ext uri="{FF2B5EF4-FFF2-40B4-BE49-F238E27FC236}">
                    <a16:creationId xmlns:a16="http://schemas.microsoft.com/office/drawing/2014/main" id="{987920BF-BFE2-4025-8C43-7F6A18BA8719}"/>
                  </a:ext>
                </a:extLst>
              </p:cNvPr>
              <p:cNvSpPr/>
              <p:nvPr/>
            </p:nvSpPr>
            <p:spPr>
              <a:xfrm>
                <a:off x="476071" y="-613466"/>
                <a:ext cx="3535393" cy="2053834"/>
              </a:xfrm>
              <a:custGeom>
                <a:avLst/>
                <a:gdLst>
                  <a:gd name="connsiteX0" fmla="*/ 219372 w 3535393"/>
                  <a:gd name="connsiteY0" fmla="*/ 219372 h 2053834"/>
                  <a:gd name="connsiteX1" fmla="*/ 3320027 w 3535393"/>
                  <a:gd name="connsiteY1" fmla="*/ 1839104 h 2053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35393" h="2053834">
                    <a:moveTo>
                      <a:pt x="219372" y="219372"/>
                    </a:moveTo>
                    <a:cubicBezTo>
                      <a:pt x="1720198" y="660788"/>
                      <a:pt x="2294063" y="1673843"/>
                      <a:pt x="3320027" y="1839104"/>
                    </a:cubicBezTo>
                  </a:path>
                </a:pathLst>
              </a:custGeom>
              <a:noFill/>
              <a:ln w="304800" cap="flat">
                <a:solidFill>
                  <a:srgbClr val="CC614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" name="Line">
                <a:extLst>
                  <a:ext uri="{FF2B5EF4-FFF2-40B4-BE49-F238E27FC236}">
                    <a16:creationId xmlns:a16="http://schemas.microsoft.com/office/drawing/2014/main" id="{2D044A5A-A8F0-4926-9924-F78E4B7AC7EE}"/>
                  </a:ext>
                </a:extLst>
              </p:cNvPr>
              <p:cNvSpPr/>
              <p:nvPr/>
            </p:nvSpPr>
            <p:spPr>
              <a:xfrm>
                <a:off x="10470424" y="4773213"/>
                <a:ext cx="2810510" cy="737600"/>
              </a:xfrm>
              <a:custGeom>
                <a:avLst/>
                <a:gdLst>
                  <a:gd name="connsiteX0" fmla="*/ 2595080 w 2810510"/>
                  <a:gd name="connsiteY0" fmla="*/ 523214 h 737600"/>
                  <a:gd name="connsiteX1" fmla="*/ 219372 w 2810510"/>
                  <a:gd name="connsiteY1" fmla="*/ 344346 h 73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10510" h="737600">
                    <a:moveTo>
                      <a:pt x="2595080" y="523214"/>
                    </a:moveTo>
                    <a:cubicBezTo>
                      <a:pt x="2010723" y="197016"/>
                      <a:pt x="1124267" y="127135"/>
                      <a:pt x="219372" y="344346"/>
                    </a:cubicBezTo>
                  </a:path>
                </a:pathLst>
              </a:custGeom>
              <a:noFill/>
              <a:ln w="304800" cap="flat">
                <a:solidFill>
                  <a:srgbClr val="CC614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33" name="Chapter title">
            <a:extLst>
              <a:ext uri="{FF2B5EF4-FFF2-40B4-BE49-F238E27FC236}">
                <a16:creationId xmlns:a16="http://schemas.microsoft.com/office/drawing/2014/main" id="{36F31430-0B08-48B1-A0BC-5365ABD3D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2000" y="3497833"/>
            <a:ext cx="5588000" cy="463267"/>
          </a:xfrm>
        </p:spPr>
        <p:txBody>
          <a:bodyPr>
            <a:normAutofit/>
          </a:bodyPr>
          <a:lstStyle>
            <a:lvl1pPr algn="ctr">
              <a:defRPr kumimoji="1" lang="ja-JP" altLang="en-US" sz="3200" kern="1200" spc="100" baseline="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チャプタータイトル</a:t>
            </a:r>
          </a:p>
        </p:txBody>
      </p:sp>
      <p:sp>
        <p:nvSpPr>
          <p:cNvPr id="16" name="Chapter number">
            <a:extLst>
              <a:ext uri="{FF2B5EF4-FFF2-40B4-BE49-F238E27FC236}">
                <a16:creationId xmlns:a16="http://schemas.microsoft.com/office/drawing/2014/main" id="{93AD9472-0079-4F47-88EA-B842A767134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302000" y="2840166"/>
            <a:ext cx="558800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4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Chapter 2</a:t>
            </a:r>
            <a:endParaRPr kumimoji="1" lang="ja-JP" altLang="en-US" dirty="0"/>
          </a:p>
        </p:txBody>
      </p:sp>
      <p:sp>
        <p:nvSpPr>
          <p:cNvPr id="20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234426" y="6335001"/>
            <a:ext cx="24452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200" dirty="0">
                <a:solidFill>
                  <a:schemeClr val="bg1"/>
                </a:solidFill>
              </a:rPr>
              <a:t>@2024 MEISTER GUILD inc.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22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_Chapter_3">
    <p:bg>
      <p:bgPr>
        <a:solidFill>
          <a:srgbClr val="C85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234426" y="6335001"/>
            <a:ext cx="24071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200" dirty="0">
                <a:solidFill>
                  <a:schemeClr val="bg1"/>
                </a:solidFill>
              </a:rPr>
              <a:t>@2024 MEISTER GUILD inc.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grpSp>
        <p:nvGrpSpPr>
          <p:cNvPr id="9" name="Design">
            <a:extLst>
              <a:ext uri="{FF2B5EF4-FFF2-40B4-BE49-F238E27FC236}">
                <a16:creationId xmlns:a16="http://schemas.microsoft.com/office/drawing/2014/main" id="{3B615031-CC56-46F3-93FC-0F852E83614F}"/>
              </a:ext>
            </a:extLst>
          </p:cNvPr>
          <p:cNvGrpSpPr/>
          <p:nvPr userDrawn="1"/>
        </p:nvGrpSpPr>
        <p:grpSpPr>
          <a:xfrm>
            <a:off x="-294376" y="-382689"/>
            <a:ext cx="8794244" cy="4745139"/>
            <a:chOff x="-748278" y="-764099"/>
            <a:chExt cx="9368796" cy="5055152"/>
          </a:xfrm>
        </p:grpSpPr>
        <p:sp>
          <p:nvSpPr>
            <p:cNvPr id="6" name="Line_Vivid color">
              <a:extLst>
                <a:ext uri="{FF2B5EF4-FFF2-40B4-BE49-F238E27FC236}">
                  <a16:creationId xmlns:a16="http://schemas.microsoft.com/office/drawing/2014/main" id="{BFE9AE0D-8C2E-4874-8F10-7C48D7920B27}"/>
                </a:ext>
              </a:extLst>
            </p:cNvPr>
            <p:cNvSpPr/>
            <p:nvPr/>
          </p:nvSpPr>
          <p:spPr>
            <a:xfrm>
              <a:off x="5111463" y="-764099"/>
              <a:ext cx="3509055" cy="2167732"/>
            </a:xfrm>
            <a:custGeom>
              <a:avLst/>
              <a:gdLst>
                <a:gd name="connsiteX0" fmla="*/ 219316 w 3509055"/>
                <a:gd name="connsiteY0" fmla="*/ 1952103 h 2167731"/>
                <a:gd name="connsiteX1" fmla="*/ 3291075 w 3509055"/>
                <a:gd name="connsiteY1" fmla="*/ 219316 h 216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09055" h="2167731">
                  <a:moveTo>
                    <a:pt x="219316" y="1952103"/>
                  </a:moveTo>
                  <a:cubicBezTo>
                    <a:pt x="1939007" y="421150"/>
                    <a:pt x="2426652" y="494192"/>
                    <a:pt x="3291075" y="219316"/>
                  </a:cubicBezTo>
                </a:path>
              </a:pathLst>
            </a:custGeom>
            <a:noFill/>
            <a:ln w="311150" cap="flat">
              <a:solidFill>
                <a:srgbClr val="D6806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Line_Accent color">
              <a:extLst>
                <a:ext uri="{FF2B5EF4-FFF2-40B4-BE49-F238E27FC236}">
                  <a16:creationId xmlns:a16="http://schemas.microsoft.com/office/drawing/2014/main" id="{CFE3D6B2-3482-4E9A-88BC-D799D944AF09}"/>
                </a:ext>
              </a:extLst>
            </p:cNvPr>
            <p:cNvSpPr/>
            <p:nvPr/>
          </p:nvSpPr>
          <p:spPr>
            <a:xfrm>
              <a:off x="1424285" y="968688"/>
              <a:ext cx="4125683" cy="2142304"/>
            </a:xfrm>
            <a:custGeom>
              <a:avLst/>
              <a:gdLst>
                <a:gd name="connsiteX0" fmla="*/ 219316 w 4125682"/>
                <a:gd name="connsiteY0" fmla="*/ 1128810 h 2142303"/>
                <a:gd name="connsiteX1" fmla="*/ 3234243 w 4125682"/>
                <a:gd name="connsiteY1" fmla="*/ 840393 h 2142303"/>
                <a:gd name="connsiteX2" fmla="*/ 3906494 w 4125682"/>
                <a:gd name="connsiteY2" fmla="*/ 219316 h 214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25682" h="2142303">
                  <a:moveTo>
                    <a:pt x="219316" y="1128810"/>
                  </a:moveTo>
                  <a:cubicBezTo>
                    <a:pt x="527820" y="1989228"/>
                    <a:pt x="1514488" y="2480114"/>
                    <a:pt x="3234243" y="840393"/>
                  </a:cubicBezTo>
                  <a:cubicBezTo>
                    <a:pt x="3477779" y="608236"/>
                    <a:pt x="3700910" y="402334"/>
                    <a:pt x="3906494" y="219316"/>
                  </a:cubicBezTo>
                </a:path>
              </a:pathLst>
            </a:custGeom>
            <a:noFill/>
            <a:ln w="311150" cap="flat">
              <a:solidFill>
                <a:srgbClr val="CC614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Line_White">
              <a:extLst>
                <a:ext uri="{FF2B5EF4-FFF2-40B4-BE49-F238E27FC236}">
                  <a16:creationId xmlns:a16="http://schemas.microsoft.com/office/drawing/2014/main" id="{601DD4B3-AF62-4DED-8008-33BAF4265C87}"/>
                </a:ext>
              </a:extLst>
            </p:cNvPr>
            <p:cNvSpPr/>
            <p:nvPr/>
          </p:nvSpPr>
          <p:spPr>
            <a:xfrm>
              <a:off x="-748278" y="216226"/>
              <a:ext cx="4030328" cy="4074827"/>
            </a:xfrm>
            <a:custGeom>
              <a:avLst/>
              <a:gdLst>
                <a:gd name="connsiteX0" fmla="*/ 219316 w 4030328"/>
                <a:gd name="connsiteY0" fmla="*/ 3858167 h 4074827"/>
                <a:gd name="connsiteX1" fmla="*/ 3814890 w 4030328"/>
                <a:gd name="connsiteY1" fmla="*/ 1415750 h 4074827"/>
                <a:gd name="connsiteX2" fmla="*/ 2304407 w 4030328"/>
                <a:gd name="connsiteY2" fmla="*/ 982522 h 4074827"/>
                <a:gd name="connsiteX3" fmla="*/ 2391879 w 4030328"/>
                <a:gd name="connsiteY3" fmla="*/ 1881272 h 40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0328" h="4074827">
                  <a:moveTo>
                    <a:pt x="219316" y="3858167"/>
                  </a:moveTo>
                  <a:cubicBezTo>
                    <a:pt x="2543684" y="3562250"/>
                    <a:pt x="3818005" y="2764702"/>
                    <a:pt x="3814890" y="1415750"/>
                  </a:cubicBezTo>
                  <a:cubicBezTo>
                    <a:pt x="3811775" y="66798"/>
                    <a:pt x="2474011" y="-229819"/>
                    <a:pt x="2304407" y="982522"/>
                  </a:cubicBezTo>
                  <a:cubicBezTo>
                    <a:pt x="2262705" y="1280664"/>
                    <a:pt x="2291185" y="1600675"/>
                    <a:pt x="2391879" y="1881272"/>
                  </a:cubicBezTo>
                </a:path>
              </a:pathLst>
            </a:custGeom>
            <a:noFill/>
            <a:ln w="311150" cap="flat">
              <a:solidFill>
                <a:srgbClr val="D67F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0" name="Chapter title">
            <a:extLst>
              <a:ext uri="{FF2B5EF4-FFF2-40B4-BE49-F238E27FC236}">
                <a16:creationId xmlns:a16="http://schemas.microsoft.com/office/drawing/2014/main" id="{44FE00D8-F681-410E-B1C6-3BCF46584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2000" y="3497833"/>
            <a:ext cx="5588000" cy="463267"/>
          </a:xfrm>
        </p:spPr>
        <p:txBody>
          <a:bodyPr>
            <a:normAutofit/>
          </a:bodyPr>
          <a:lstStyle>
            <a:lvl1pPr algn="ctr">
              <a:defRPr kumimoji="1" lang="ja-JP" altLang="en-US" sz="3200" kern="1200" spc="100" baseline="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チャプタータイトル</a:t>
            </a:r>
          </a:p>
        </p:txBody>
      </p:sp>
      <p:sp>
        <p:nvSpPr>
          <p:cNvPr id="14" name="Chapter number">
            <a:extLst>
              <a:ext uri="{FF2B5EF4-FFF2-40B4-BE49-F238E27FC236}">
                <a16:creationId xmlns:a16="http://schemas.microsoft.com/office/drawing/2014/main" id="{BA611D03-526B-40F8-9A9B-D92D18B2CE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02000" y="2840166"/>
            <a:ext cx="558800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4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Chapter 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4343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_Slide_Whi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B6DDDD0-E14A-49E0-9F34-A05B54729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999" y="556513"/>
            <a:ext cx="7881257" cy="457200"/>
          </a:xfrm>
        </p:spPr>
        <p:txBody>
          <a:bodyPr>
            <a:normAutofit/>
          </a:bodyPr>
          <a:lstStyle>
            <a:lvl1pPr>
              <a:defRPr kumimoji="1" lang="ja-JP" altLang="en-US" sz="2400" kern="1200" spc="100" baseline="0" dirty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スライドタイトル</a:t>
            </a:r>
          </a:p>
        </p:txBody>
      </p:sp>
      <p:sp>
        <p:nvSpPr>
          <p:cNvPr id="15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4981313" y="6441635"/>
            <a:ext cx="2229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@2025 MEISTER GUILD inc.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25F0C59-72E1-4259-ABA3-31AF5E6975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9788" y="1304925"/>
            <a:ext cx="10512425" cy="913070"/>
          </a:xfrm>
        </p:spPr>
        <p:txBody>
          <a:bodyPr>
            <a:spAutoFit/>
          </a:bodyPr>
          <a:lstStyle>
            <a:lvl1pPr marL="228600" indent="-228600">
              <a:buClr>
                <a:srgbClr val="C8563A"/>
              </a:buClr>
              <a:buFont typeface="Wingdings" panose="05000000000000000000" pitchFamily="2" charset="2"/>
              <a:buChar char="n"/>
              <a:defRPr sz="1800"/>
            </a:lvl1pPr>
            <a:lvl2pPr marL="685800" indent="-228600">
              <a:buClr>
                <a:srgbClr val="DEA900"/>
              </a:buClr>
              <a:buFont typeface="Wingdings" panose="05000000000000000000" pitchFamily="2" charset="2"/>
              <a:buChar char="n"/>
              <a:defRPr sz="1600"/>
            </a:lvl2pPr>
            <a:lvl3pPr marL="1143000" indent="-2286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1400"/>
            </a:lvl3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97163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47EBF"/>
          </p15:clr>
        </p15:guide>
        <p15:guide id="2" pos="529" userDrawn="1">
          <p15:clr>
            <a:srgbClr val="547EBF"/>
          </p15:clr>
        </p15:guide>
        <p15:guide id="3" pos="7151" userDrawn="1">
          <p15:clr>
            <a:srgbClr val="547EBF"/>
          </p15:clr>
        </p15:guide>
        <p15:guide id="4" pos="211" userDrawn="1">
          <p15:clr>
            <a:srgbClr val="547EBF"/>
          </p15:clr>
        </p15:guide>
        <p15:guide id="5" orient="horz" pos="663" userDrawn="1">
          <p15:clr>
            <a:srgbClr val="547EBF"/>
          </p15:clr>
        </p15:guide>
        <p15:guide id="6" pos="7469" userDrawn="1">
          <p15:clr>
            <a:srgbClr val="547EBF"/>
          </p15:clr>
        </p15:guide>
        <p15:guide id="7" orient="horz" pos="822" userDrawn="1">
          <p15:clr>
            <a:srgbClr val="547EB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_Slide_Color">
    <p:bg>
      <p:bgPr>
        <a:solidFill>
          <a:srgbClr val="C85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ge　number">
            <a:extLst>
              <a:ext uri="{FF2B5EF4-FFF2-40B4-BE49-F238E27FC236}">
                <a16:creationId xmlns:a16="http://schemas.microsoft.com/office/drawing/2014/main" id="{298EEA1F-70BC-4E0B-A5AF-285537BC9CA4}"/>
              </a:ext>
            </a:extLst>
          </p:cNvPr>
          <p:cNvSpPr txBox="1">
            <a:spLocks/>
          </p:cNvSpPr>
          <p:nvPr userDrawn="1"/>
        </p:nvSpPr>
        <p:spPr>
          <a:xfrm>
            <a:off x="10763250" y="6283733"/>
            <a:ext cx="1095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985B4C-CAF3-40DB-91A6-13785EE6630D}" type="slidenum">
              <a:rPr kumimoji="1" lang="ja-JP" altLang="en-US" sz="12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pPr/>
              <a:t>‹#›</a:t>
            </a:fld>
            <a:endParaRPr kumimoji="1" lang="ja-JP" altLang="en-US" sz="1200" kern="12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C9A8589-5114-4E1C-9529-2B25E07E464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9788" y="1304925"/>
            <a:ext cx="10512425" cy="913070"/>
          </a:xfrm>
        </p:spPr>
        <p:txBody>
          <a:bodyPr>
            <a:spAutoFit/>
          </a:bodyPr>
          <a:lstStyle>
            <a:lvl1pPr marL="228600" indent="-228600">
              <a:buClr>
                <a:schemeClr val="bg1"/>
              </a:buClr>
              <a:buFont typeface="Wingdings" panose="05000000000000000000" pitchFamily="2" charset="2"/>
              <a:buChar char="n"/>
              <a:defRPr sz="1800">
                <a:solidFill>
                  <a:schemeClr val="bg1"/>
                </a:solidFill>
              </a:defRPr>
            </a:lvl1pPr>
            <a:lvl2pPr marL="685800" indent="-228600">
              <a:buClr>
                <a:srgbClr val="FFC000"/>
              </a:buClr>
              <a:buFont typeface="Wingdings" panose="05000000000000000000" pitchFamily="2" charset="2"/>
              <a:buChar char="n"/>
              <a:defRPr sz="1600">
                <a:solidFill>
                  <a:schemeClr val="bg1"/>
                </a:solidFill>
              </a:defRPr>
            </a:lvl2pPr>
            <a:lvl3pPr marL="1143000" indent="-228600">
              <a:buClr>
                <a:schemeClr val="accent2"/>
              </a:buClr>
              <a:buFont typeface="Wingdings" panose="05000000000000000000" pitchFamily="2" charset="2"/>
              <a:buChar char="n"/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9929C629-29CC-431F-9F41-750BEBA8C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999" y="556513"/>
            <a:ext cx="7881257" cy="457200"/>
          </a:xfrm>
        </p:spPr>
        <p:txBody>
          <a:bodyPr>
            <a:normAutofit/>
          </a:bodyPr>
          <a:lstStyle>
            <a:lvl1pPr>
              <a:defRPr kumimoji="1" lang="ja-JP" altLang="en-US" sz="2400" kern="1200" spc="100" baseline="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スライドタイトル</a:t>
            </a:r>
          </a:p>
        </p:txBody>
      </p:sp>
      <p:grpSp>
        <p:nvGrpSpPr>
          <p:cNvPr id="13" name="Design">
            <a:extLst>
              <a:ext uri="{FF2B5EF4-FFF2-40B4-BE49-F238E27FC236}">
                <a16:creationId xmlns:a16="http://schemas.microsoft.com/office/drawing/2014/main" id="{DDA7762F-CA06-4FA8-8497-6224CE2E1E0C}"/>
              </a:ext>
            </a:extLst>
          </p:cNvPr>
          <p:cNvGrpSpPr/>
          <p:nvPr userDrawn="1"/>
        </p:nvGrpSpPr>
        <p:grpSpPr>
          <a:xfrm>
            <a:off x="11438162" y="6254792"/>
            <a:ext cx="832736" cy="455067"/>
            <a:chOff x="11385773" y="6159541"/>
            <a:chExt cx="832736" cy="455067"/>
          </a:xfrm>
        </p:grpSpPr>
        <p:sp>
          <p:nvSpPr>
            <p:cNvPr id="14" name="Line_White">
              <a:extLst>
                <a:ext uri="{FF2B5EF4-FFF2-40B4-BE49-F238E27FC236}">
                  <a16:creationId xmlns:a16="http://schemas.microsoft.com/office/drawing/2014/main" id="{E52B7804-A5A9-490A-B113-CF20E3C35340}"/>
                </a:ext>
              </a:extLst>
            </p:cNvPr>
            <p:cNvSpPr/>
            <p:nvPr/>
          </p:nvSpPr>
          <p:spPr>
            <a:xfrm>
              <a:off x="11820325" y="6205837"/>
              <a:ext cx="398184" cy="290737"/>
            </a:xfrm>
            <a:custGeom>
              <a:avLst/>
              <a:gdLst>
                <a:gd name="connsiteX0" fmla="*/ 53950 w 398183"/>
                <a:gd name="connsiteY0" fmla="*/ 42663 h 290737"/>
                <a:gd name="connsiteX1" fmla="*/ 148756 w 398183"/>
                <a:gd name="connsiteY1" fmla="*/ 238594 h 290737"/>
                <a:gd name="connsiteX2" fmla="*/ 360805 w 398183"/>
                <a:gd name="connsiteY2" fmla="*/ 220581 h 29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8183" h="290737">
                  <a:moveTo>
                    <a:pt x="53950" y="42663"/>
                  </a:moveTo>
                  <a:cubicBezTo>
                    <a:pt x="17988" y="124133"/>
                    <a:pt x="72911" y="215904"/>
                    <a:pt x="148756" y="238594"/>
                  </a:cubicBezTo>
                  <a:cubicBezTo>
                    <a:pt x="227318" y="261853"/>
                    <a:pt x="295958" y="248202"/>
                    <a:pt x="360805" y="220581"/>
                  </a:cubicBezTo>
                </a:path>
              </a:pathLst>
            </a:custGeom>
            <a:noFill/>
            <a:ln w="60325" cap="flat">
              <a:solidFill>
                <a:srgbClr val="CC614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8" name="Line_Vivid color">
              <a:extLst>
                <a:ext uri="{FF2B5EF4-FFF2-40B4-BE49-F238E27FC236}">
                  <a16:creationId xmlns:a16="http://schemas.microsoft.com/office/drawing/2014/main" id="{6F9ABB9E-1BE5-4881-96DA-5504712493FC}"/>
                </a:ext>
              </a:extLst>
            </p:cNvPr>
            <p:cNvSpPr/>
            <p:nvPr/>
          </p:nvSpPr>
          <p:spPr>
            <a:xfrm>
              <a:off x="11385773" y="6159541"/>
              <a:ext cx="682600" cy="455067"/>
            </a:xfrm>
            <a:custGeom>
              <a:avLst/>
              <a:gdLst>
                <a:gd name="connsiteX0" fmla="*/ 42663 w 682600"/>
                <a:gd name="connsiteY0" fmla="*/ 327868 h 455066"/>
                <a:gd name="connsiteX1" fmla="*/ 641581 w 682600"/>
                <a:gd name="connsiteY1" fmla="*/ 157661 h 455066"/>
                <a:gd name="connsiteX2" fmla="*/ 488502 w 682600"/>
                <a:gd name="connsiteY2" fmla="*/ 88958 h 455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2600" h="455066">
                  <a:moveTo>
                    <a:pt x="42663" y="327868"/>
                  </a:moveTo>
                  <a:cubicBezTo>
                    <a:pt x="194858" y="544277"/>
                    <a:pt x="607515" y="324581"/>
                    <a:pt x="641581" y="157661"/>
                  </a:cubicBezTo>
                  <a:cubicBezTo>
                    <a:pt x="667621" y="29989"/>
                    <a:pt x="522948" y="10965"/>
                    <a:pt x="488502" y="88958"/>
                  </a:cubicBezTo>
                </a:path>
              </a:pathLst>
            </a:custGeom>
            <a:noFill/>
            <a:ln w="60325" cap="flat">
              <a:solidFill>
                <a:srgbClr val="D6806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9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234426" y="6335001"/>
            <a:ext cx="2381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200" dirty="0">
                <a:solidFill>
                  <a:schemeClr val="bg1"/>
                </a:solidFill>
              </a:rPr>
              <a:t>@2024 MEISTER GUILD inc.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321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47EBF"/>
          </p15:clr>
        </p15:guide>
        <p15:guide id="2" pos="529" userDrawn="1">
          <p15:clr>
            <a:srgbClr val="547EBF"/>
          </p15:clr>
        </p15:guide>
        <p15:guide id="3" pos="7151" userDrawn="1">
          <p15:clr>
            <a:srgbClr val="547EBF"/>
          </p15:clr>
        </p15:guide>
        <p15:guide id="4" pos="211" userDrawn="1">
          <p15:clr>
            <a:srgbClr val="547EBF"/>
          </p15:clr>
        </p15:guide>
        <p15:guide id="5" orient="horz" pos="663" userDrawn="1">
          <p15:clr>
            <a:srgbClr val="547EBF"/>
          </p15:clr>
        </p15:guide>
        <p15:guide id="6" pos="7469" userDrawn="1">
          <p15:clr>
            <a:srgbClr val="547EBF"/>
          </p15:clr>
        </p15:guide>
        <p15:guide id="7" orient="horz" pos="822" userDrawn="1">
          <p15:clr>
            <a:srgbClr val="547EB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_Slide_Double Colo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B7CE1F3E-AE5B-48C9-BEE8-0B4FF74941E6}"/>
              </a:ext>
            </a:extLst>
          </p:cNvPr>
          <p:cNvSpPr/>
          <p:nvPr userDrawn="1"/>
        </p:nvSpPr>
        <p:spPr>
          <a:xfrm>
            <a:off x="6174898" y="0"/>
            <a:ext cx="6017102" cy="6858000"/>
          </a:xfrm>
          <a:prstGeom prst="rect">
            <a:avLst/>
          </a:prstGeom>
          <a:solidFill>
            <a:srgbClr val="C856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2" name="Page　number">
            <a:extLst>
              <a:ext uri="{FF2B5EF4-FFF2-40B4-BE49-F238E27FC236}">
                <a16:creationId xmlns:a16="http://schemas.microsoft.com/office/drawing/2014/main" id="{3462D870-121A-470F-B701-232FA24C97A8}"/>
              </a:ext>
            </a:extLst>
          </p:cNvPr>
          <p:cNvSpPr txBox="1">
            <a:spLocks/>
          </p:cNvSpPr>
          <p:nvPr userDrawn="1"/>
        </p:nvSpPr>
        <p:spPr>
          <a:xfrm>
            <a:off x="10915650" y="6283733"/>
            <a:ext cx="943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985B4C-CAF3-40DB-91A6-13785EE6630D}" type="slidenum">
              <a:rPr kumimoji="1" lang="ja-JP" altLang="en-US" sz="12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pPr/>
              <a:t>‹#›</a:t>
            </a:fld>
            <a:endParaRPr kumimoji="1" lang="ja-JP" altLang="en-US" sz="1200" kern="12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34ABE776-5336-4D8F-8A02-1794ADFB0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999" y="556513"/>
            <a:ext cx="5588001" cy="457200"/>
          </a:xfrm>
        </p:spPr>
        <p:txBody>
          <a:bodyPr>
            <a:normAutofit/>
          </a:bodyPr>
          <a:lstStyle>
            <a:lvl1pPr>
              <a:defRPr kumimoji="1" lang="ja-JP" altLang="en-US" sz="2400" kern="1200" spc="100" baseline="0" dirty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スライドタイトル</a:t>
            </a:r>
          </a:p>
        </p:txBody>
      </p:sp>
      <p:grpSp>
        <p:nvGrpSpPr>
          <p:cNvPr id="14" name="Design">
            <a:extLst>
              <a:ext uri="{FF2B5EF4-FFF2-40B4-BE49-F238E27FC236}">
                <a16:creationId xmlns:a16="http://schemas.microsoft.com/office/drawing/2014/main" id="{DDA7762F-CA06-4FA8-8497-6224CE2E1E0C}"/>
              </a:ext>
            </a:extLst>
          </p:cNvPr>
          <p:cNvGrpSpPr/>
          <p:nvPr userDrawn="1"/>
        </p:nvGrpSpPr>
        <p:grpSpPr>
          <a:xfrm>
            <a:off x="11438162" y="6254792"/>
            <a:ext cx="832736" cy="455067"/>
            <a:chOff x="11385773" y="6159541"/>
            <a:chExt cx="832736" cy="455067"/>
          </a:xfrm>
        </p:grpSpPr>
        <p:sp>
          <p:nvSpPr>
            <p:cNvPr id="15" name="Line_White">
              <a:extLst>
                <a:ext uri="{FF2B5EF4-FFF2-40B4-BE49-F238E27FC236}">
                  <a16:creationId xmlns:a16="http://schemas.microsoft.com/office/drawing/2014/main" id="{E52B7804-A5A9-490A-B113-CF20E3C35340}"/>
                </a:ext>
              </a:extLst>
            </p:cNvPr>
            <p:cNvSpPr/>
            <p:nvPr/>
          </p:nvSpPr>
          <p:spPr>
            <a:xfrm>
              <a:off x="11820325" y="6205837"/>
              <a:ext cx="398184" cy="290737"/>
            </a:xfrm>
            <a:custGeom>
              <a:avLst/>
              <a:gdLst>
                <a:gd name="connsiteX0" fmla="*/ 53950 w 398183"/>
                <a:gd name="connsiteY0" fmla="*/ 42663 h 290737"/>
                <a:gd name="connsiteX1" fmla="*/ 148756 w 398183"/>
                <a:gd name="connsiteY1" fmla="*/ 238594 h 290737"/>
                <a:gd name="connsiteX2" fmla="*/ 360805 w 398183"/>
                <a:gd name="connsiteY2" fmla="*/ 220581 h 29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8183" h="290737">
                  <a:moveTo>
                    <a:pt x="53950" y="42663"/>
                  </a:moveTo>
                  <a:cubicBezTo>
                    <a:pt x="17988" y="124133"/>
                    <a:pt x="72911" y="215904"/>
                    <a:pt x="148756" y="238594"/>
                  </a:cubicBezTo>
                  <a:cubicBezTo>
                    <a:pt x="227318" y="261853"/>
                    <a:pt x="295958" y="248202"/>
                    <a:pt x="360805" y="220581"/>
                  </a:cubicBezTo>
                </a:path>
              </a:pathLst>
            </a:custGeom>
            <a:noFill/>
            <a:ln w="60325" cap="flat">
              <a:solidFill>
                <a:srgbClr val="CC614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9" name="Line_Vivid color">
              <a:extLst>
                <a:ext uri="{FF2B5EF4-FFF2-40B4-BE49-F238E27FC236}">
                  <a16:creationId xmlns:a16="http://schemas.microsoft.com/office/drawing/2014/main" id="{6F9ABB9E-1BE5-4881-96DA-5504712493FC}"/>
                </a:ext>
              </a:extLst>
            </p:cNvPr>
            <p:cNvSpPr/>
            <p:nvPr/>
          </p:nvSpPr>
          <p:spPr>
            <a:xfrm>
              <a:off x="11385773" y="6159541"/>
              <a:ext cx="682600" cy="455067"/>
            </a:xfrm>
            <a:custGeom>
              <a:avLst/>
              <a:gdLst>
                <a:gd name="connsiteX0" fmla="*/ 42663 w 682600"/>
                <a:gd name="connsiteY0" fmla="*/ 327868 h 455066"/>
                <a:gd name="connsiteX1" fmla="*/ 641581 w 682600"/>
                <a:gd name="connsiteY1" fmla="*/ 157661 h 455066"/>
                <a:gd name="connsiteX2" fmla="*/ 488502 w 682600"/>
                <a:gd name="connsiteY2" fmla="*/ 88958 h 455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2600" h="455066">
                  <a:moveTo>
                    <a:pt x="42663" y="327868"/>
                  </a:moveTo>
                  <a:cubicBezTo>
                    <a:pt x="194858" y="544277"/>
                    <a:pt x="607515" y="324581"/>
                    <a:pt x="641581" y="157661"/>
                  </a:cubicBezTo>
                  <a:cubicBezTo>
                    <a:pt x="667621" y="29989"/>
                    <a:pt x="522948" y="10965"/>
                    <a:pt x="488502" y="88958"/>
                  </a:cubicBezTo>
                </a:path>
              </a:pathLst>
            </a:custGeom>
            <a:noFill/>
            <a:ln w="60325" cap="flat">
              <a:solidFill>
                <a:srgbClr val="D6806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0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234426" y="6335001"/>
            <a:ext cx="2108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200" dirty="0">
                <a:solidFill>
                  <a:schemeClr val="tx1"/>
                </a:solidFill>
              </a:rPr>
              <a:t>@2024 MEISTER GUILD inc.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E64ED36-7ED8-E8AD-08E3-0BF0B2BB80F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9789" y="1304925"/>
            <a:ext cx="5256212" cy="913070"/>
          </a:xfrm>
        </p:spPr>
        <p:txBody>
          <a:bodyPr wrap="square">
            <a:spAutoFit/>
          </a:bodyPr>
          <a:lstStyle>
            <a:lvl1pPr marL="228600" indent="-228600">
              <a:buClr>
                <a:srgbClr val="C8563A"/>
              </a:buClr>
              <a:buFont typeface="Wingdings" panose="05000000000000000000" pitchFamily="2" charset="2"/>
              <a:buChar char="n"/>
              <a:defRPr sz="1800"/>
            </a:lvl1pPr>
            <a:lvl2pPr marL="685800" indent="-228600">
              <a:buClr>
                <a:srgbClr val="DEA900"/>
              </a:buClr>
              <a:buFont typeface="Wingdings" panose="05000000000000000000" pitchFamily="2" charset="2"/>
              <a:buChar char="n"/>
              <a:defRPr sz="1600"/>
            </a:lvl2pPr>
            <a:lvl3pPr marL="1143000" indent="-2286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1400"/>
            </a:lvl3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274405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47EBF"/>
          </p15:clr>
        </p15:guide>
        <p15:guide id="2" pos="529" userDrawn="1">
          <p15:clr>
            <a:srgbClr val="547EBF"/>
          </p15:clr>
        </p15:guide>
        <p15:guide id="3" pos="7151" userDrawn="1">
          <p15:clr>
            <a:srgbClr val="547EBF"/>
          </p15:clr>
        </p15:guide>
        <p15:guide id="4" pos="211" userDrawn="1">
          <p15:clr>
            <a:srgbClr val="547EBF"/>
          </p15:clr>
        </p15:guide>
        <p15:guide id="5" orient="horz" pos="663" userDrawn="1">
          <p15:clr>
            <a:srgbClr val="547EBF"/>
          </p15:clr>
        </p15:guide>
        <p15:guide id="6" pos="7469" userDrawn="1">
          <p15:clr>
            <a:srgbClr val="547EBF"/>
          </p15:clr>
        </p15:guide>
        <p15:guide id="7" orient="horz" pos="822" userDrawn="1">
          <p15:clr>
            <a:srgbClr val="547EB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_Slide_Color＋Image">
    <p:bg>
      <p:bgPr>
        <a:solidFill>
          <a:srgbClr val="C85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Design">
            <a:extLst>
              <a:ext uri="{FF2B5EF4-FFF2-40B4-BE49-F238E27FC236}">
                <a16:creationId xmlns:a16="http://schemas.microsoft.com/office/drawing/2014/main" id="{A4B40588-2EE0-4098-9A68-20EDD5B7CA2C}"/>
              </a:ext>
            </a:extLst>
          </p:cNvPr>
          <p:cNvGrpSpPr/>
          <p:nvPr userDrawn="1"/>
        </p:nvGrpSpPr>
        <p:grpSpPr>
          <a:xfrm>
            <a:off x="8167123" y="-125835"/>
            <a:ext cx="4394829" cy="7294985"/>
            <a:chOff x="8109973" y="636165"/>
            <a:chExt cx="4594684" cy="7626724"/>
          </a:xfrm>
        </p:grpSpPr>
        <p:sp>
          <p:nvSpPr>
            <p:cNvPr id="10" name="Line_Accent color">
              <a:extLst>
                <a:ext uri="{FF2B5EF4-FFF2-40B4-BE49-F238E27FC236}">
                  <a16:creationId xmlns:a16="http://schemas.microsoft.com/office/drawing/2014/main" id="{7A22BE84-011D-4E8F-B63D-22D98B7955CD}"/>
                </a:ext>
              </a:extLst>
            </p:cNvPr>
            <p:cNvSpPr/>
            <p:nvPr/>
          </p:nvSpPr>
          <p:spPr>
            <a:xfrm>
              <a:off x="8109973" y="5871628"/>
              <a:ext cx="820406" cy="2391261"/>
            </a:xfrm>
            <a:custGeom>
              <a:avLst/>
              <a:gdLst>
                <a:gd name="connsiteX0" fmla="*/ 218166 w 820406"/>
                <a:gd name="connsiteY0" fmla="*/ 200332 h 2391261"/>
                <a:gd name="connsiteX1" fmla="*/ 621183 w 820406"/>
                <a:gd name="connsiteY1" fmla="*/ 2196018 h 2391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0406" h="2391261">
                  <a:moveTo>
                    <a:pt x="218166" y="200332"/>
                  </a:moveTo>
                  <a:cubicBezTo>
                    <a:pt x="136952" y="982198"/>
                    <a:pt x="343835" y="1762474"/>
                    <a:pt x="621183" y="2196018"/>
                  </a:cubicBezTo>
                </a:path>
              </a:pathLst>
            </a:custGeom>
            <a:noFill/>
            <a:ln w="298450" cap="flat">
              <a:solidFill>
                <a:srgbClr val="D67F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2" name="Line_White">
              <a:extLst>
                <a:ext uri="{FF2B5EF4-FFF2-40B4-BE49-F238E27FC236}">
                  <a16:creationId xmlns:a16="http://schemas.microsoft.com/office/drawing/2014/main" id="{1CDDADBC-788A-40BD-A8F2-1AC75DF90E45}"/>
                </a:ext>
              </a:extLst>
            </p:cNvPr>
            <p:cNvSpPr/>
            <p:nvPr/>
          </p:nvSpPr>
          <p:spPr>
            <a:xfrm>
              <a:off x="8127935" y="2016100"/>
              <a:ext cx="3955757" cy="4254664"/>
            </a:xfrm>
            <a:custGeom>
              <a:avLst/>
              <a:gdLst>
                <a:gd name="connsiteX0" fmla="*/ 3759495 w 3955756"/>
                <a:gd name="connsiteY0" fmla="*/ 200332 h 4254664"/>
                <a:gd name="connsiteX1" fmla="*/ 1526146 w 3955756"/>
                <a:gd name="connsiteY1" fmla="*/ 2050507 h 4254664"/>
                <a:gd name="connsiteX2" fmla="*/ 200332 w 3955756"/>
                <a:gd name="connsiteY2" fmla="*/ 4055859 h 425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55756" h="4254664">
                  <a:moveTo>
                    <a:pt x="3759495" y="200332"/>
                  </a:moveTo>
                  <a:cubicBezTo>
                    <a:pt x="3271894" y="889854"/>
                    <a:pt x="2522144" y="1549741"/>
                    <a:pt x="1526146" y="2050507"/>
                  </a:cubicBezTo>
                  <a:cubicBezTo>
                    <a:pt x="650983" y="2490473"/>
                    <a:pt x="281609" y="3273993"/>
                    <a:pt x="200332" y="4055859"/>
                  </a:cubicBezTo>
                </a:path>
              </a:pathLst>
            </a:custGeom>
            <a:noFill/>
            <a:ln w="298450" cap="flat">
              <a:solidFill>
                <a:srgbClr val="CC614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" name="Line_Vivid color">
              <a:extLst>
                <a:ext uri="{FF2B5EF4-FFF2-40B4-BE49-F238E27FC236}">
                  <a16:creationId xmlns:a16="http://schemas.microsoft.com/office/drawing/2014/main" id="{0B8FA173-8844-47EB-B0CE-FE4526BE7009}"/>
                </a:ext>
              </a:extLst>
            </p:cNvPr>
            <p:cNvSpPr/>
            <p:nvPr/>
          </p:nvSpPr>
          <p:spPr>
            <a:xfrm>
              <a:off x="11687099" y="636165"/>
              <a:ext cx="1017558" cy="1780727"/>
            </a:xfrm>
            <a:custGeom>
              <a:avLst/>
              <a:gdLst>
                <a:gd name="connsiteX0" fmla="*/ 821297 w 1017557"/>
                <a:gd name="connsiteY0" fmla="*/ 200332 h 1780726"/>
                <a:gd name="connsiteX1" fmla="*/ 200332 w 1017557"/>
                <a:gd name="connsiteY1" fmla="*/ 1580395 h 1780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7557" h="1780726">
                  <a:moveTo>
                    <a:pt x="821297" y="200332"/>
                  </a:moveTo>
                  <a:cubicBezTo>
                    <a:pt x="733977" y="647866"/>
                    <a:pt x="525378" y="1120649"/>
                    <a:pt x="200332" y="1580395"/>
                  </a:cubicBezTo>
                </a:path>
              </a:pathLst>
            </a:custGeom>
            <a:noFill/>
            <a:ln w="298450" cap="flat">
              <a:solidFill>
                <a:srgbClr val="CA806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4" name="Page　number">
            <a:extLst>
              <a:ext uri="{FF2B5EF4-FFF2-40B4-BE49-F238E27FC236}">
                <a16:creationId xmlns:a16="http://schemas.microsoft.com/office/drawing/2014/main" id="{DD88B54E-775A-4678-B5A5-6FBB913321C8}"/>
              </a:ext>
            </a:extLst>
          </p:cNvPr>
          <p:cNvSpPr txBox="1">
            <a:spLocks/>
          </p:cNvSpPr>
          <p:nvPr userDrawn="1"/>
        </p:nvSpPr>
        <p:spPr>
          <a:xfrm>
            <a:off x="10636250" y="6283733"/>
            <a:ext cx="12288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985B4C-CAF3-40DB-91A6-13785EE6630D}" type="slidenum">
              <a:rPr kumimoji="1" lang="ja-JP" altLang="en-US" sz="12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pPr/>
              <a:t>‹#›</a:t>
            </a:fld>
            <a:endParaRPr kumimoji="1" lang="ja-JP" altLang="en-US" sz="1200" kern="12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8" name="Image">
            <a:extLst>
              <a:ext uri="{FF2B5EF4-FFF2-40B4-BE49-F238E27FC236}">
                <a16:creationId xmlns:a16="http://schemas.microsoft.com/office/drawing/2014/main" id="{10E1541B-5A84-43BE-A316-A370D5972E4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54500" y="1539000"/>
            <a:ext cx="5297713" cy="378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tIns="82800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kumimoji="1" lang="ja-JP" altLang="en-US" dirty="0"/>
              <a:t>クリックして画像を挿入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FC74D012-F774-4ECB-9299-5C06655256C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92189" y="1457325"/>
            <a:ext cx="4545011" cy="913070"/>
          </a:xfrm>
        </p:spPr>
        <p:txBody>
          <a:bodyPr wrap="square">
            <a:spAutoFit/>
          </a:bodyPr>
          <a:lstStyle>
            <a:lvl1pPr marL="228600" indent="-228600">
              <a:buClr>
                <a:schemeClr val="bg1"/>
              </a:buClr>
              <a:buFont typeface="Wingdings" panose="05000000000000000000" pitchFamily="2" charset="2"/>
              <a:buChar char="n"/>
              <a:defRPr sz="1800">
                <a:solidFill>
                  <a:schemeClr val="bg1"/>
                </a:solidFill>
              </a:defRPr>
            </a:lvl1pPr>
            <a:lvl2pPr marL="685800" indent="-228600">
              <a:buClr>
                <a:srgbClr val="FFC000"/>
              </a:buClr>
              <a:buFont typeface="Wingdings" panose="05000000000000000000" pitchFamily="2" charset="2"/>
              <a:buChar char="n"/>
              <a:defRPr sz="1600">
                <a:solidFill>
                  <a:schemeClr val="bg1"/>
                </a:solidFill>
              </a:defRPr>
            </a:lvl2pPr>
            <a:lvl3pPr marL="1143000" indent="-228600">
              <a:buClr>
                <a:schemeClr val="accent2"/>
              </a:buClr>
              <a:buFont typeface="Wingdings" panose="05000000000000000000" pitchFamily="2" charset="2"/>
              <a:buChar char="n"/>
              <a:defRPr sz="1400">
                <a:solidFill>
                  <a:schemeClr val="bg1"/>
                </a:solidFill>
              </a:defRPr>
            </a:lvl3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31" name="Title">
            <a:extLst>
              <a:ext uri="{FF2B5EF4-FFF2-40B4-BE49-F238E27FC236}">
                <a16:creationId xmlns:a16="http://schemas.microsoft.com/office/drawing/2014/main" id="{889D760C-DE97-4802-BF51-5687C117E4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999" y="556513"/>
            <a:ext cx="7881257" cy="457200"/>
          </a:xfrm>
        </p:spPr>
        <p:txBody>
          <a:bodyPr>
            <a:normAutofit/>
          </a:bodyPr>
          <a:lstStyle>
            <a:lvl1pPr>
              <a:defRPr kumimoji="1" lang="ja-JP" altLang="en-US" sz="2400" kern="1200" spc="100" baseline="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スライドタイトル</a:t>
            </a:r>
          </a:p>
        </p:txBody>
      </p:sp>
      <p:grpSp>
        <p:nvGrpSpPr>
          <p:cNvPr id="17" name="Design">
            <a:extLst>
              <a:ext uri="{FF2B5EF4-FFF2-40B4-BE49-F238E27FC236}">
                <a16:creationId xmlns:a16="http://schemas.microsoft.com/office/drawing/2014/main" id="{DDA7762F-CA06-4FA8-8497-6224CE2E1E0C}"/>
              </a:ext>
            </a:extLst>
          </p:cNvPr>
          <p:cNvGrpSpPr/>
          <p:nvPr userDrawn="1"/>
        </p:nvGrpSpPr>
        <p:grpSpPr>
          <a:xfrm>
            <a:off x="11438162" y="6254792"/>
            <a:ext cx="832736" cy="455067"/>
            <a:chOff x="11385773" y="6159541"/>
            <a:chExt cx="832736" cy="455067"/>
          </a:xfrm>
        </p:grpSpPr>
        <p:sp>
          <p:nvSpPr>
            <p:cNvPr id="19" name="Line_White">
              <a:extLst>
                <a:ext uri="{FF2B5EF4-FFF2-40B4-BE49-F238E27FC236}">
                  <a16:creationId xmlns:a16="http://schemas.microsoft.com/office/drawing/2014/main" id="{E52B7804-A5A9-490A-B113-CF20E3C35340}"/>
                </a:ext>
              </a:extLst>
            </p:cNvPr>
            <p:cNvSpPr/>
            <p:nvPr/>
          </p:nvSpPr>
          <p:spPr>
            <a:xfrm>
              <a:off x="11820325" y="6205837"/>
              <a:ext cx="398184" cy="290737"/>
            </a:xfrm>
            <a:custGeom>
              <a:avLst/>
              <a:gdLst>
                <a:gd name="connsiteX0" fmla="*/ 53950 w 398183"/>
                <a:gd name="connsiteY0" fmla="*/ 42663 h 290737"/>
                <a:gd name="connsiteX1" fmla="*/ 148756 w 398183"/>
                <a:gd name="connsiteY1" fmla="*/ 238594 h 290737"/>
                <a:gd name="connsiteX2" fmla="*/ 360805 w 398183"/>
                <a:gd name="connsiteY2" fmla="*/ 220581 h 29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8183" h="290737">
                  <a:moveTo>
                    <a:pt x="53950" y="42663"/>
                  </a:moveTo>
                  <a:cubicBezTo>
                    <a:pt x="17988" y="124133"/>
                    <a:pt x="72911" y="215904"/>
                    <a:pt x="148756" y="238594"/>
                  </a:cubicBezTo>
                  <a:cubicBezTo>
                    <a:pt x="227318" y="261853"/>
                    <a:pt x="295958" y="248202"/>
                    <a:pt x="360805" y="220581"/>
                  </a:cubicBezTo>
                </a:path>
              </a:pathLst>
            </a:custGeom>
            <a:noFill/>
            <a:ln w="60325" cap="flat">
              <a:solidFill>
                <a:srgbClr val="CC614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Line_Vivid color">
              <a:extLst>
                <a:ext uri="{FF2B5EF4-FFF2-40B4-BE49-F238E27FC236}">
                  <a16:creationId xmlns:a16="http://schemas.microsoft.com/office/drawing/2014/main" id="{6F9ABB9E-1BE5-4881-96DA-5504712493FC}"/>
                </a:ext>
              </a:extLst>
            </p:cNvPr>
            <p:cNvSpPr/>
            <p:nvPr/>
          </p:nvSpPr>
          <p:spPr>
            <a:xfrm>
              <a:off x="11385773" y="6159541"/>
              <a:ext cx="682600" cy="455067"/>
            </a:xfrm>
            <a:custGeom>
              <a:avLst/>
              <a:gdLst>
                <a:gd name="connsiteX0" fmla="*/ 42663 w 682600"/>
                <a:gd name="connsiteY0" fmla="*/ 327868 h 455066"/>
                <a:gd name="connsiteX1" fmla="*/ 641581 w 682600"/>
                <a:gd name="connsiteY1" fmla="*/ 157661 h 455066"/>
                <a:gd name="connsiteX2" fmla="*/ 488502 w 682600"/>
                <a:gd name="connsiteY2" fmla="*/ 88958 h 455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2600" h="455066">
                  <a:moveTo>
                    <a:pt x="42663" y="327868"/>
                  </a:moveTo>
                  <a:cubicBezTo>
                    <a:pt x="194858" y="544277"/>
                    <a:pt x="607515" y="324581"/>
                    <a:pt x="641581" y="157661"/>
                  </a:cubicBezTo>
                  <a:cubicBezTo>
                    <a:pt x="667621" y="29989"/>
                    <a:pt x="522948" y="10965"/>
                    <a:pt x="488502" y="88958"/>
                  </a:cubicBezTo>
                </a:path>
              </a:pathLst>
            </a:custGeom>
            <a:noFill/>
            <a:ln w="60325" cap="flat">
              <a:solidFill>
                <a:srgbClr val="D6806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4" name="Page　number">
            <a:extLst>
              <a:ext uri="{FF2B5EF4-FFF2-40B4-BE49-F238E27FC236}">
                <a16:creationId xmlns:a16="http://schemas.microsoft.com/office/drawing/2014/main" id="{F0A48683-FEE3-4386-BBC9-E162E65FF62D}"/>
              </a:ext>
            </a:extLst>
          </p:cNvPr>
          <p:cNvSpPr txBox="1">
            <a:spLocks/>
          </p:cNvSpPr>
          <p:nvPr userDrawn="1"/>
        </p:nvSpPr>
        <p:spPr>
          <a:xfrm>
            <a:off x="234426" y="6335001"/>
            <a:ext cx="22230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200" dirty="0">
                <a:solidFill>
                  <a:schemeClr val="bg1"/>
                </a:solidFill>
              </a:rPr>
              <a:t>@2024 MEISTER GUILD inc.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162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47EBF"/>
          </p15:clr>
        </p15:guide>
        <p15:guide id="2" pos="529" userDrawn="1">
          <p15:clr>
            <a:srgbClr val="547EBF"/>
          </p15:clr>
        </p15:guide>
        <p15:guide id="3" pos="7151" userDrawn="1">
          <p15:clr>
            <a:srgbClr val="547EBF"/>
          </p15:clr>
        </p15:guide>
        <p15:guide id="4" pos="211" userDrawn="1">
          <p15:clr>
            <a:srgbClr val="547EBF"/>
          </p15:clr>
        </p15:guide>
        <p15:guide id="5" orient="horz" pos="663" userDrawn="1">
          <p15:clr>
            <a:srgbClr val="547EBF"/>
          </p15:clr>
        </p15:guide>
        <p15:guide id="6" pos="7469" userDrawn="1">
          <p15:clr>
            <a:srgbClr val="547EBF"/>
          </p15:clr>
        </p15:guide>
        <p15:guide id="7" orient="horz" pos="822" userDrawn="1">
          <p15:clr>
            <a:srgbClr val="547EB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0D0A7E9-FDFC-488A-9C5B-95916EEB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B4FC7E-EF04-4B42-A910-8AACE316D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78733A-3DAB-4766-822A-584FD8A3C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C8604-9E09-47D2-8173-FE6978457D17}" type="datetime1">
              <a:rPr kumimoji="1" lang="ja-JP" altLang="en-US" smtClean="0"/>
              <a:t>2025/8/22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2D1013-8487-456A-B0B6-4C0454CE2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3CF1B4-941A-4DC8-B9D5-8945F8853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85B4C-CAF3-40DB-91A6-13785EE663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19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56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2F390F-27B9-4770-BE8E-A336E80C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191" y="539095"/>
            <a:ext cx="10070374" cy="680276"/>
          </a:xfrm>
        </p:spPr>
        <p:txBody>
          <a:bodyPr>
            <a:noAutofit/>
          </a:bodyPr>
          <a:lstStyle/>
          <a:p>
            <a:pPr algn="ctr"/>
            <a:r>
              <a:rPr kumimoji="1" lang="ja-JP" altLang="en-US" sz="3600" b="1" dirty="0">
                <a:solidFill>
                  <a:schemeClr val="accent4">
                    <a:lumMod val="50000"/>
                  </a:schemeClr>
                </a:solidFill>
              </a:rPr>
              <a:t>メモリアルカード確認</a:t>
            </a:r>
            <a:r>
              <a:rPr kumimoji="1" lang="en-US" altLang="ja-JP" sz="3600" b="1" dirty="0">
                <a:solidFill>
                  <a:schemeClr val="accent4">
                    <a:lumMod val="50000"/>
                  </a:schemeClr>
                </a:solidFill>
              </a:rPr>
              <a:t>Web</a:t>
            </a:r>
            <a:r>
              <a:rPr kumimoji="1" lang="ja-JP" altLang="en-US" sz="3600" b="1" dirty="0">
                <a:solidFill>
                  <a:schemeClr val="accent4">
                    <a:lumMod val="50000"/>
                  </a:schemeClr>
                </a:solidFill>
              </a:rPr>
              <a:t>サイトのご紹介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38BFD-DAAD-8058-E184-3E5B53CA6E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096000" y="1485898"/>
            <a:ext cx="5242560" cy="2108201"/>
          </a:xfrm>
        </p:spPr>
        <p:txBody>
          <a:bodyPr/>
          <a:lstStyle/>
          <a:p>
            <a:r>
              <a:rPr kumimoji="1" lang="ja-JP" altLang="en-US" sz="2000" b="1" dirty="0">
                <a:solidFill>
                  <a:schemeClr val="accent4">
                    <a:lumMod val="50000"/>
                  </a:schemeClr>
                </a:solidFill>
              </a:rPr>
              <a:t>後日、メモリアルカード確認</a:t>
            </a:r>
            <a:r>
              <a:rPr kumimoji="1" lang="en-US" altLang="ja-JP" sz="2000" b="1" dirty="0">
                <a:solidFill>
                  <a:schemeClr val="accent4">
                    <a:lumMod val="50000"/>
                  </a:schemeClr>
                </a:solidFill>
              </a:rPr>
              <a:t>Web</a:t>
            </a:r>
            <a:r>
              <a:rPr kumimoji="1" lang="ja-JP" altLang="en-US" sz="2000" b="1" dirty="0">
                <a:solidFill>
                  <a:schemeClr val="accent4">
                    <a:lumMod val="50000"/>
                  </a:schemeClr>
                </a:solidFill>
              </a:rPr>
              <a:t>サイトから確認できるようになります（期間限定）</a:t>
            </a:r>
            <a:endParaRPr lang="en-US" altLang="ja-JP" sz="2000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kumimoji="1" lang="ja-JP" altLang="en-US" sz="2000" b="1" dirty="0">
                <a:solidFill>
                  <a:schemeClr val="accent4">
                    <a:lumMod val="50000"/>
                  </a:schemeClr>
                </a:solidFill>
              </a:rPr>
              <a:t>プレイ時に</a:t>
            </a:r>
            <a:r>
              <a:rPr kumimoji="1" lang="en-US" altLang="ja-JP" sz="2000" b="1" dirty="0">
                <a:solidFill>
                  <a:schemeClr val="accent4">
                    <a:lumMod val="50000"/>
                  </a:schemeClr>
                </a:solidFill>
              </a:rPr>
              <a:t>AI</a:t>
            </a:r>
            <a:r>
              <a:rPr kumimoji="1" lang="ja-JP" altLang="en-US" sz="2000" b="1" dirty="0">
                <a:solidFill>
                  <a:schemeClr val="accent4">
                    <a:lumMod val="50000"/>
                  </a:schemeClr>
                </a:solidFill>
              </a:rPr>
              <a:t>が生成したメモリアルカードを</a:t>
            </a:r>
            <a:r>
              <a:rPr kumimoji="1" lang="en-US" altLang="ja-JP" sz="2000" b="1" dirty="0">
                <a:solidFill>
                  <a:schemeClr val="accent4">
                    <a:lumMod val="50000"/>
                  </a:schemeClr>
                </a:solidFill>
              </a:rPr>
              <a:t>Web</a:t>
            </a:r>
            <a:r>
              <a:rPr kumimoji="1" lang="ja-JP" altLang="en-US" sz="2000" b="1" dirty="0">
                <a:solidFill>
                  <a:schemeClr val="accent4">
                    <a:lumMod val="50000"/>
                  </a:schemeClr>
                </a:solidFill>
              </a:rPr>
              <a:t>サイトにアップいたしますので、</a:t>
            </a:r>
            <a:br>
              <a:rPr kumimoji="1" lang="en-US" altLang="ja-JP" sz="2000" b="1" dirty="0">
                <a:solidFill>
                  <a:schemeClr val="accent4">
                    <a:lumMod val="50000"/>
                  </a:schemeClr>
                </a:solidFill>
              </a:rPr>
            </a:br>
            <a:r>
              <a:rPr kumimoji="1" lang="ja-JP" altLang="en-US" sz="2000" b="1" dirty="0">
                <a:solidFill>
                  <a:schemeClr val="accent4">
                    <a:lumMod val="50000"/>
                  </a:schemeClr>
                </a:solidFill>
              </a:rPr>
              <a:t>こちらの</a:t>
            </a:r>
            <a:r>
              <a:rPr kumimoji="1" lang="en-US" altLang="ja-JP" sz="2000" b="1" dirty="0">
                <a:solidFill>
                  <a:schemeClr val="accent4">
                    <a:lumMod val="50000"/>
                  </a:schemeClr>
                </a:solidFill>
              </a:rPr>
              <a:t>QR</a:t>
            </a:r>
            <a:r>
              <a:rPr kumimoji="1" lang="ja-JP" altLang="en-US" sz="2000" b="1" dirty="0">
                <a:solidFill>
                  <a:schemeClr val="accent4">
                    <a:lumMod val="50000"/>
                  </a:schemeClr>
                </a:solidFill>
              </a:rPr>
              <a:t>コードを読み込んで</a:t>
            </a:r>
            <a:r>
              <a:rPr kumimoji="1" lang="en-US" altLang="ja-JP" sz="2000" b="1" dirty="0">
                <a:solidFill>
                  <a:schemeClr val="accent4">
                    <a:lumMod val="50000"/>
                  </a:schemeClr>
                </a:solidFill>
              </a:rPr>
              <a:t>Web</a:t>
            </a:r>
            <a:r>
              <a:rPr kumimoji="1" lang="ja-JP" altLang="en-US" sz="2000" b="1" dirty="0">
                <a:solidFill>
                  <a:schemeClr val="accent4">
                    <a:lumMod val="50000"/>
                  </a:schemeClr>
                </a:solidFill>
              </a:rPr>
              <a:t>サイトをお気に入り登録しておいてください</a:t>
            </a:r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2E924B4-77F5-C647-D2EC-7A27888B1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032" y="2096489"/>
            <a:ext cx="2750120" cy="4088674"/>
          </a:xfrm>
          <a:prstGeom prst="rect">
            <a:avLst/>
          </a:prstGeom>
        </p:spPr>
      </p:pic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202B22D-5FEB-0761-5595-583A51125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" y="1280160"/>
            <a:ext cx="2750120" cy="4088674"/>
          </a:xfrm>
          <a:prstGeom prst="rect">
            <a:avLst/>
          </a:prstGeom>
        </p:spPr>
      </p:pic>
      <p:pic>
        <p:nvPicPr>
          <p:cNvPr id="10" name="図 9" descr="アイコン, 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B40FF4C1-6B40-CE0C-0EEF-6F807369A1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592" y="3577218"/>
            <a:ext cx="2607945" cy="2607945"/>
          </a:xfrm>
          <a:prstGeom prst="rect">
            <a:avLst/>
          </a:prstGeom>
        </p:spPr>
      </p:pic>
      <p:pic>
        <p:nvPicPr>
          <p:cNvPr id="5" name="図 4" descr="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0F16819-7FAC-72B3-F1E4-1851D7A50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429" y="4328399"/>
            <a:ext cx="1680516" cy="168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93183"/>
      </p:ext>
    </p:extLst>
  </p:cSld>
  <p:clrMapOvr>
    <a:masterClrMapping/>
  </p:clrMapOvr>
</p:sld>
</file>

<file path=ppt/theme/theme1.xml><?xml version="1.0" encoding="utf-8"?>
<a:theme xmlns:a="http://schemas.openxmlformats.org/drawingml/2006/main" name="good presen!_business pink_online">
  <a:themeElements>
    <a:clrScheme name="good presen!_pink">
      <a:dk1>
        <a:srgbClr val="282828"/>
      </a:dk1>
      <a:lt1>
        <a:sysClr val="window" lastClr="FFFFFF"/>
      </a:lt1>
      <a:dk2>
        <a:srgbClr val="FFA2A3"/>
      </a:dk2>
      <a:lt2>
        <a:srgbClr val="EF8384"/>
      </a:lt2>
      <a:accent1>
        <a:srgbClr val="0044B9"/>
      </a:accent1>
      <a:accent2>
        <a:srgbClr val="A5C90B"/>
      </a:accent2>
      <a:accent3>
        <a:srgbClr val="B5B5B5"/>
      </a:accent3>
      <a:accent4>
        <a:srgbClr val="EBEDF1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good presen!">
      <a:majorFont>
        <a:latin typeface="Calibri Bold"/>
        <a:ea typeface="游ゴシック bold"/>
        <a:cs typeface=""/>
      </a:majorFont>
      <a:minorFont>
        <a:latin typeface="Calibr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KidsPG-2025</Template>
  <TotalTime>54</TotalTime>
  <Words>127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Arial</vt:lpstr>
      <vt:lpstr>Calibri</vt:lpstr>
      <vt:lpstr>Calibri Bold</vt:lpstr>
      <vt:lpstr>Wingdings</vt:lpstr>
      <vt:lpstr>good presen!_business pink_online</vt:lpstr>
      <vt:lpstr>メモリアルカード確認Webサイトのご紹介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小川 秀幸</dc:creator>
  <cp:lastModifiedBy>小川 秀幸</cp:lastModifiedBy>
  <cp:revision>7</cp:revision>
  <dcterms:created xsi:type="dcterms:W3CDTF">2025-08-22T06:57:56Z</dcterms:created>
  <dcterms:modified xsi:type="dcterms:W3CDTF">2025-08-22T08:18:29Z</dcterms:modified>
</cp:coreProperties>
</file>